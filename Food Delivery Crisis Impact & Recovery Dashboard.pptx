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9" r:id="rId1"/>
  </p:sldMasterIdLst>
  <p:notesMasterIdLst>
    <p:notesMasterId r:id="rId15"/>
  </p:notesMasterIdLst>
  <p:sldIdLst>
    <p:sldId id="256" r:id="rId2"/>
    <p:sldId id="258" r:id="rId3"/>
    <p:sldId id="259" r:id="rId4"/>
    <p:sldId id="261" r:id="rId5"/>
    <p:sldId id="262" r:id="rId6"/>
    <p:sldId id="263" r:id="rId7"/>
    <p:sldId id="273" r:id="rId8"/>
    <p:sldId id="274" r:id="rId9"/>
    <p:sldId id="275" r:id="rId10"/>
    <p:sldId id="266" r:id="rId11"/>
    <p:sldId id="267" r:id="rId12"/>
    <p:sldId id="268" r:id="rId13"/>
    <p:sldId id="270"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E2BDA0-5926-4582-A826-5DB24C9BE8E3}" v="223" dt="2025-11-23T14:54:47.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snapToObjects="1">
      <p:cViewPr>
        <p:scale>
          <a:sx n="75" d="100"/>
          <a:sy n="75" d="100"/>
        </p:scale>
        <p:origin x="840" y="12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1r11a1234@gcet.edu.in" userId="d6a8528519b95cfc" providerId="LiveId" clId="{4812881A-8F80-4570-B626-3CFCC995AF13}"/>
    <pc:docChg chg="undo redo custSel addSld delSld modSld">
      <pc:chgData name="21r11a1234@gcet.edu.in" userId="d6a8528519b95cfc" providerId="LiveId" clId="{4812881A-8F80-4570-B626-3CFCC995AF13}" dt="2025-11-23T14:57:18.231" v="1795" actId="207"/>
      <pc:docMkLst>
        <pc:docMk/>
      </pc:docMkLst>
      <pc:sldChg chg="modSp mod">
        <pc:chgData name="21r11a1234@gcet.edu.in" userId="d6a8528519b95cfc" providerId="LiveId" clId="{4812881A-8F80-4570-B626-3CFCC995AF13}" dt="2025-11-16T13:29:47.455" v="23"/>
        <pc:sldMkLst>
          <pc:docMk/>
          <pc:sldMk cId="0" sldId="256"/>
        </pc:sldMkLst>
        <pc:spChg chg="mod">
          <ac:chgData name="21r11a1234@gcet.edu.in" userId="d6a8528519b95cfc" providerId="LiveId" clId="{4812881A-8F80-4570-B626-3CFCC995AF13}" dt="2025-11-16T13:29:47.455" v="23"/>
          <ac:spMkLst>
            <pc:docMk/>
            <pc:sldMk cId="0" sldId="256"/>
            <ac:spMk id="2" creationId="{00000000-0000-0000-0000-000000000000}"/>
          </ac:spMkLst>
        </pc:spChg>
      </pc:sldChg>
      <pc:sldChg chg="addSp delSp modSp mod">
        <pc:chgData name="21r11a1234@gcet.edu.in" userId="d6a8528519b95cfc" providerId="LiveId" clId="{4812881A-8F80-4570-B626-3CFCC995AF13}" dt="2025-11-23T14:16:26.438" v="1484" actId="20577"/>
        <pc:sldMkLst>
          <pc:docMk/>
          <pc:sldMk cId="0" sldId="258"/>
        </pc:sldMkLst>
        <pc:spChg chg="mod">
          <ac:chgData name="21r11a1234@gcet.edu.in" userId="d6a8528519b95cfc" providerId="LiveId" clId="{4812881A-8F80-4570-B626-3CFCC995AF13}" dt="2025-11-23T13:39:39.284" v="1257" actId="108"/>
          <ac:spMkLst>
            <pc:docMk/>
            <pc:sldMk cId="0" sldId="258"/>
            <ac:spMk id="2" creationId="{00000000-0000-0000-0000-000000000000}"/>
          </ac:spMkLst>
        </pc:spChg>
        <pc:spChg chg="add mod">
          <ac:chgData name="21r11a1234@gcet.edu.in" userId="d6a8528519b95cfc" providerId="LiveId" clId="{4812881A-8F80-4570-B626-3CFCC995AF13}" dt="2025-11-23T14:16:26.438" v="1484" actId="20577"/>
          <ac:spMkLst>
            <pc:docMk/>
            <pc:sldMk cId="0" sldId="258"/>
            <ac:spMk id="8" creationId="{753F8007-307B-C138-6E45-AC85EB23A92A}"/>
          </ac:spMkLst>
        </pc:spChg>
      </pc:sldChg>
      <pc:sldChg chg="modSp mod">
        <pc:chgData name="21r11a1234@gcet.edu.in" userId="d6a8528519b95cfc" providerId="LiveId" clId="{4812881A-8F80-4570-B626-3CFCC995AF13}" dt="2025-11-23T13:39:32.997" v="1256" actId="108"/>
        <pc:sldMkLst>
          <pc:docMk/>
          <pc:sldMk cId="0" sldId="259"/>
        </pc:sldMkLst>
        <pc:spChg chg="mod">
          <ac:chgData name="21r11a1234@gcet.edu.in" userId="d6a8528519b95cfc" providerId="LiveId" clId="{4812881A-8F80-4570-B626-3CFCC995AF13}" dt="2025-11-23T13:39:32.997" v="1256" actId="108"/>
          <ac:spMkLst>
            <pc:docMk/>
            <pc:sldMk cId="0" sldId="259"/>
            <ac:spMk id="2" creationId="{00000000-0000-0000-0000-000000000000}"/>
          </ac:spMkLst>
        </pc:spChg>
        <pc:spChg chg="mod">
          <ac:chgData name="21r11a1234@gcet.edu.in" userId="d6a8528519b95cfc" providerId="LiveId" clId="{4812881A-8F80-4570-B626-3CFCC995AF13}" dt="2025-11-22T13:54:51.590" v="1035" actId="207"/>
          <ac:spMkLst>
            <pc:docMk/>
            <pc:sldMk cId="0" sldId="259"/>
            <ac:spMk id="3" creationId="{00000000-0000-0000-0000-000000000000}"/>
          </ac:spMkLst>
        </pc:spChg>
      </pc:sldChg>
      <pc:sldChg chg="addSp delSp modSp mod">
        <pc:chgData name="21r11a1234@gcet.edu.in" userId="d6a8528519b95cfc" providerId="LiveId" clId="{4812881A-8F80-4570-B626-3CFCC995AF13}" dt="2025-11-23T13:39:18.087" v="1255" actId="108"/>
        <pc:sldMkLst>
          <pc:docMk/>
          <pc:sldMk cId="0" sldId="261"/>
        </pc:sldMkLst>
        <pc:spChg chg="mod">
          <ac:chgData name="21r11a1234@gcet.edu.in" userId="d6a8528519b95cfc" providerId="LiveId" clId="{4812881A-8F80-4570-B626-3CFCC995AF13}" dt="2025-11-23T13:39:18.087" v="1255" actId="108"/>
          <ac:spMkLst>
            <pc:docMk/>
            <pc:sldMk cId="0" sldId="261"/>
            <ac:spMk id="2" creationId="{00000000-0000-0000-0000-000000000000}"/>
          </ac:spMkLst>
        </pc:spChg>
        <pc:spChg chg="add mod">
          <ac:chgData name="21r11a1234@gcet.edu.in" userId="d6a8528519b95cfc" providerId="LiveId" clId="{4812881A-8F80-4570-B626-3CFCC995AF13}" dt="2025-11-22T13:55:41.023" v="1038" actId="207"/>
          <ac:spMkLst>
            <pc:docMk/>
            <pc:sldMk cId="0" sldId="261"/>
            <ac:spMk id="4" creationId="{6B248D51-00F6-846E-1235-B3FA17A04144}"/>
          </ac:spMkLst>
        </pc:spChg>
      </pc:sldChg>
      <pc:sldChg chg="addSp delSp modSp mod">
        <pc:chgData name="21r11a1234@gcet.edu.in" userId="d6a8528519b95cfc" providerId="LiveId" clId="{4812881A-8F80-4570-B626-3CFCC995AF13}" dt="2025-11-23T13:23:56.281" v="1180" actId="108"/>
        <pc:sldMkLst>
          <pc:docMk/>
          <pc:sldMk cId="0" sldId="262"/>
        </pc:sldMkLst>
        <pc:spChg chg="mod">
          <ac:chgData name="21r11a1234@gcet.edu.in" userId="d6a8528519b95cfc" providerId="LiveId" clId="{4812881A-8F80-4570-B626-3CFCC995AF13}" dt="2025-11-23T13:23:56.281" v="1180" actId="108"/>
          <ac:spMkLst>
            <pc:docMk/>
            <pc:sldMk cId="0" sldId="262"/>
            <ac:spMk id="2" creationId="{00000000-0000-0000-0000-000000000000}"/>
          </ac:spMkLst>
        </pc:spChg>
        <pc:spChg chg="add mod">
          <ac:chgData name="21r11a1234@gcet.edu.in" userId="d6a8528519b95cfc" providerId="LiveId" clId="{4812881A-8F80-4570-B626-3CFCC995AF13}" dt="2025-11-22T13:55:21.544" v="1037" actId="207"/>
          <ac:spMkLst>
            <pc:docMk/>
            <pc:sldMk cId="0" sldId="262"/>
            <ac:spMk id="4" creationId="{3D1A9337-A4B3-20DD-1EED-B6077B584DA3}"/>
          </ac:spMkLst>
        </pc:spChg>
      </pc:sldChg>
      <pc:sldChg chg="addSp delSp modSp mod modClrScheme chgLayout">
        <pc:chgData name="21r11a1234@gcet.edu.in" userId="d6a8528519b95cfc" providerId="LiveId" clId="{4812881A-8F80-4570-B626-3CFCC995AF13}" dt="2025-11-23T13:22:27.434" v="1177" actId="1076"/>
        <pc:sldMkLst>
          <pc:docMk/>
          <pc:sldMk cId="0" sldId="263"/>
        </pc:sldMkLst>
        <pc:spChg chg="mod ord">
          <ac:chgData name="21r11a1234@gcet.edu.in" userId="d6a8528519b95cfc" providerId="LiveId" clId="{4812881A-8F80-4570-B626-3CFCC995AF13}" dt="2025-11-23T13:22:01.283" v="1170" actId="1076"/>
          <ac:spMkLst>
            <pc:docMk/>
            <pc:sldMk cId="0" sldId="263"/>
            <ac:spMk id="2" creationId="{00000000-0000-0000-0000-000000000000}"/>
          </ac:spMkLst>
        </pc:spChg>
        <pc:spChg chg="add del mod">
          <ac:chgData name="21r11a1234@gcet.edu.in" userId="d6a8528519b95cfc" providerId="LiveId" clId="{4812881A-8F80-4570-B626-3CFCC995AF13}" dt="2025-11-23T12:54:02.440" v="1091"/>
          <ac:spMkLst>
            <pc:docMk/>
            <pc:sldMk cId="0" sldId="263"/>
            <ac:spMk id="4" creationId="{16FAE1F0-D95F-E99B-A6CC-CD63657C8BE3}"/>
          </ac:spMkLst>
        </pc:spChg>
        <pc:spChg chg="add mod">
          <ac:chgData name="21r11a1234@gcet.edu.in" userId="d6a8528519b95cfc" providerId="LiveId" clId="{4812881A-8F80-4570-B626-3CFCC995AF13}" dt="2025-11-23T13:22:07.678" v="1171" actId="1076"/>
          <ac:spMkLst>
            <pc:docMk/>
            <pc:sldMk cId="0" sldId="263"/>
            <ac:spMk id="6" creationId="{55CBA1AE-6888-1229-A497-EBD6782307B5}"/>
          </ac:spMkLst>
        </pc:spChg>
        <pc:spChg chg="add del mod">
          <ac:chgData name="21r11a1234@gcet.edu.in" userId="d6a8528519b95cfc" providerId="LiveId" clId="{4812881A-8F80-4570-B626-3CFCC995AF13}" dt="2025-11-23T12:57:10.057" v="1109" actId="21"/>
          <ac:spMkLst>
            <pc:docMk/>
            <pc:sldMk cId="0" sldId="263"/>
            <ac:spMk id="10" creationId="{B3BBB987-FC0A-C14B-B541-BFD0F7A18813}"/>
          </ac:spMkLst>
        </pc:spChg>
        <pc:spChg chg="add del mod">
          <ac:chgData name="21r11a1234@gcet.edu.in" userId="d6a8528519b95cfc" providerId="LiveId" clId="{4812881A-8F80-4570-B626-3CFCC995AF13}" dt="2025-11-23T12:54:28.238" v="1098"/>
          <ac:spMkLst>
            <pc:docMk/>
            <pc:sldMk cId="0" sldId="263"/>
            <ac:spMk id="11" creationId="{E5F7FFAF-E70C-11E0-77D7-1B3A86CE11DF}"/>
          </ac:spMkLst>
        </pc:spChg>
        <pc:spChg chg="add del mod">
          <ac:chgData name="21r11a1234@gcet.edu.in" userId="d6a8528519b95cfc" providerId="LiveId" clId="{4812881A-8F80-4570-B626-3CFCC995AF13}" dt="2025-11-23T13:18:45.133" v="1150"/>
          <ac:spMkLst>
            <pc:docMk/>
            <pc:sldMk cId="0" sldId="263"/>
            <ac:spMk id="18" creationId="{31BA5E84-4AEE-5B18-6F13-A3FBE9868F06}"/>
          </ac:spMkLst>
        </pc:spChg>
        <pc:spChg chg="add mod">
          <ac:chgData name="21r11a1234@gcet.edu.in" userId="d6a8528519b95cfc" providerId="LiveId" clId="{4812881A-8F80-4570-B626-3CFCC995AF13}" dt="2025-11-23T13:21:42.323" v="1169" actId="14100"/>
          <ac:spMkLst>
            <pc:docMk/>
            <pc:sldMk cId="0" sldId="263"/>
            <ac:spMk id="19" creationId="{B9E933E9-9290-0F0C-C643-C1FB1C57B546}"/>
          </ac:spMkLst>
        </pc:spChg>
        <pc:picChg chg="add mod">
          <ac:chgData name="21r11a1234@gcet.edu.in" userId="d6a8528519b95cfc" providerId="LiveId" clId="{4812881A-8F80-4570-B626-3CFCC995AF13}" dt="2025-11-23T13:22:18.807" v="1174" actId="1440"/>
          <ac:picMkLst>
            <pc:docMk/>
            <pc:sldMk cId="0" sldId="263"/>
            <ac:picMk id="5" creationId="{C27174E9-9B83-10DE-BADD-EC0D85D03F05}"/>
          </ac:picMkLst>
        </pc:picChg>
        <pc:picChg chg="add mod ord">
          <ac:chgData name="21r11a1234@gcet.edu.in" userId="d6a8528519b95cfc" providerId="LiveId" clId="{4812881A-8F80-4570-B626-3CFCC995AF13}" dt="2025-11-23T13:22:20.607" v="1175" actId="1440"/>
          <ac:picMkLst>
            <pc:docMk/>
            <pc:sldMk cId="0" sldId="263"/>
            <ac:picMk id="7" creationId="{E4138587-3DFC-7E01-649E-9FCB802C2DA6}"/>
          </ac:picMkLst>
        </pc:picChg>
        <pc:picChg chg="add mod">
          <ac:chgData name="21r11a1234@gcet.edu.in" userId="d6a8528519b95cfc" providerId="LiveId" clId="{4812881A-8F80-4570-B626-3CFCC995AF13}" dt="2025-11-23T12:55:20.904" v="1102"/>
          <ac:picMkLst>
            <pc:docMk/>
            <pc:sldMk cId="0" sldId="263"/>
            <ac:picMk id="8" creationId="{184F85CB-AA72-227F-7507-4E25C33CB6C1}"/>
          </ac:picMkLst>
        </pc:picChg>
        <pc:picChg chg="add del mod ord">
          <ac:chgData name="21r11a1234@gcet.edu.in" userId="d6a8528519b95cfc" providerId="LiveId" clId="{4812881A-8F80-4570-B626-3CFCC995AF13}" dt="2025-11-23T12:53:42.167" v="1089" actId="21"/>
          <ac:picMkLst>
            <pc:docMk/>
            <pc:sldMk cId="0" sldId="263"/>
            <ac:picMk id="9" creationId="{D0DE2F41-4FCE-775C-9005-969A295A439C}"/>
          </ac:picMkLst>
        </pc:picChg>
        <pc:picChg chg="add del mod">
          <ac:chgData name="21r11a1234@gcet.edu.in" userId="d6a8528519b95cfc" providerId="LiveId" clId="{4812881A-8F80-4570-B626-3CFCC995AF13}" dt="2025-11-23T13:02:03.735" v="1123" actId="21"/>
          <ac:picMkLst>
            <pc:docMk/>
            <pc:sldMk cId="0" sldId="263"/>
            <ac:picMk id="13" creationId="{0508A4E6-C713-9FB1-F816-49752811D27C}"/>
          </ac:picMkLst>
        </pc:picChg>
        <pc:picChg chg="add del mod">
          <ac:chgData name="21r11a1234@gcet.edu.in" userId="d6a8528519b95cfc" providerId="LiveId" clId="{4812881A-8F80-4570-B626-3CFCC995AF13}" dt="2025-11-23T13:11:05.222" v="1133" actId="21"/>
          <ac:picMkLst>
            <pc:docMk/>
            <pc:sldMk cId="0" sldId="263"/>
            <ac:picMk id="15" creationId="{EA1CF595-B2C1-32B2-0F98-D4D65CDC206E}"/>
          </ac:picMkLst>
        </pc:picChg>
        <pc:picChg chg="add mod">
          <ac:chgData name="21r11a1234@gcet.edu.in" userId="d6a8528519b95cfc" providerId="LiveId" clId="{4812881A-8F80-4570-B626-3CFCC995AF13}" dt="2025-11-23T13:22:27.434" v="1177" actId="1076"/>
          <ac:picMkLst>
            <pc:docMk/>
            <pc:sldMk cId="0" sldId="263"/>
            <ac:picMk id="17" creationId="{1F39D3A0-927E-B1F7-1BBD-997C95AFAF87}"/>
          </ac:picMkLst>
        </pc:picChg>
      </pc:sldChg>
      <pc:sldChg chg="addSp delSp modSp del mod">
        <pc:chgData name="21r11a1234@gcet.edu.in" userId="d6a8528519b95cfc" providerId="LiveId" clId="{4812881A-8F80-4570-B626-3CFCC995AF13}" dt="2025-11-23T13:45:29.900" v="1288" actId="2696"/>
        <pc:sldMkLst>
          <pc:docMk/>
          <pc:sldMk cId="0" sldId="264"/>
        </pc:sldMkLst>
        <pc:spChg chg="mod">
          <ac:chgData name="21r11a1234@gcet.edu.in" userId="d6a8528519b95cfc" providerId="LiveId" clId="{4812881A-8F80-4570-B626-3CFCC995AF13}" dt="2025-11-23T13:23:21.926" v="1179" actId="108"/>
          <ac:spMkLst>
            <pc:docMk/>
            <pc:sldMk cId="0" sldId="264"/>
            <ac:spMk id="2" creationId="{00000000-0000-0000-0000-000000000000}"/>
          </ac:spMkLst>
        </pc:spChg>
        <pc:spChg chg="add mod">
          <ac:chgData name="21r11a1234@gcet.edu.in" userId="d6a8528519b95cfc" providerId="LiveId" clId="{4812881A-8F80-4570-B626-3CFCC995AF13}" dt="2025-11-23T13:32:30.145" v="1227" actId="21"/>
          <ac:spMkLst>
            <pc:docMk/>
            <pc:sldMk cId="0" sldId="264"/>
            <ac:spMk id="6" creationId="{B9BABCAF-FC6B-4BE7-DB21-5A05CEFA575A}"/>
          </ac:spMkLst>
        </pc:spChg>
        <pc:picChg chg="add del mod">
          <ac:chgData name="21r11a1234@gcet.edu.in" userId="d6a8528519b95cfc" providerId="LiveId" clId="{4812881A-8F80-4570-B626-3CFCC995AF13}" dt="2025-11-23T13:32:30.145" v="1227" actId="21"/>
          <ac:picMkLst>
            <pc:docMk/>
            <pc:sldMk cId="0" sldId="264"/>
            <ac:picMk id="8" creationId="{317AC466-DE26-33A4-16AD-90538D4417C5}"/>
          </ac:picMkLst>
        </pc:picChg>
      </pc:sldChg>
      <pc:sldChg chg="addSp delSp modSp mod modClrScheme chgLayout">
        <pc:chgData name="21r11a1234@gcet.edu.in" userId="d6a8528519b95cfc" providerId="LiveId" clId="{4812881A-8F80-4570-B626-3CFCC995AF13}" dt="2025-11-23T14:57:18.231" v="1795" actId="207"/>
        <pc:sldMkLst>
          <pc:docMk/>
          <pc:sldMk cId="0" sldId="266"/>
        </pc:sldMkLst>
        <pc:spChg chg="mod ord">
          <ac:chgData name="21r11a1234@gcet.edu.in" userId="d6a8528519b95cfc" providerId="LiveId" clId="{4812881A-8F80-4570-B626-3CFCC995AF13}" dt="2025-11-23T14:55:25.918" v="1777" actId="14100"/>
          <ac:spMkLst>
            <pc:docMk/>
            <pc:sldMk cId="0" sldId="266"/>
            <ac:spMk id="2" creationId="{00000000-0000-0000-0000-000000000000}"/>
          </ac:spMkLst>
        </pc:spChg>
        <pc:spChg chg="add del mod ord">
          <ac:chgData name="21r11a1234@gcet.edu.in" userId="d6a8528519b95cfc" providerId="LiveId" clId="{4812881A-8F80-4570-B626-3CFCC995AF13}" dt="2025-11-23T14:23:33.051" v="1488" actId="700"/>
          <ac:spMkLst>
            <pc:docMk/>
            <pc:sldMk cId="0" sldId="266"/>
            <ac:spMk id="4" creationId="{FCDB8AE4-F588-0ECF-BEF3-7B0BC6420681}"/>
          </ac:spMkLst>
        </pc:spChg>
        <pc:spChg chg="add del mod">
          <ac:chgData name="21r11a1234@gcet.edu.in" userId="d6a8528519b95cfc" providerId="LiveId" clId="{4812881A-8F80-4570-B626-3CFCC995AF13}" dt="2025-11-23T14:24:07.557" v="1498" actId="34307"/>
          <ac:spMkLst>
            <pc:docMk/>
            <pc:sldMk cId="0" sldId="266"/>
            <ac:spMk id="6" creationId="{B4E1CD6D-E9D7-EB88-CB2D-09C3632A2C26}"/>
          </ac:spMkLst>
        </pc:spChg>
        <pc:spChg chg="add del mod">
          <ac:chgData name="21r11a1234@gcet.edu.in" userId="d6a8528519b95cfc" providerId="LiveId" clId="{4812881A-8F80-4570-B626-3CFCC995AF13}" dt="2025-11-23T14:24:31.016" v="1502"/>
          <ac:spMkLst>
            <pc:docMk/>
            <pc:sldMk cId="0" sldId="266"/>
            <ac:spMk id="12" creationId="{A2E57D7A-3D2F-70E0-3C19-77634296CA4F}"/>
          </ac:spMkLst>
        </pc:spChg>
        <pc:spChg chg="add mod">
          <ac:chgData name="21r11a1234@gcet.edu.in" userId="d6a8528519b95cfc" providerId="LiveId" clId="{4812881A-8F80-4570-B626-3CFCC995AF13}" dt="2025-11-23T14:56:58.212" v="1790" actId="207"/>
          <ac:spMkLst>
            <pc:docMk/>
            <pc:sldMk cId="0" sldId="266"/>
            <ac:spMk id="27" creationId="{CC744BB8-93AB-FD72-A49F-5B83FD93D9B1}"/>
          </ac:spMkLst>
        </pc:spChg>
        <pc:spChg chg="add mod">
          <ac:chgData name="21r11a1234@gcet.edu.in" userId="d6a8528519b95cfc" providerId="LiveId" clId="{4812881A-8F80-4570-B626-3CFCC995AF13}" dt="2025-11-23T14:57:04.421" v="1791" actId="207"/>
          <ac:spMkLst>
            <pc:docMk/>
            <pc:sldMk cId="0" sldId="266"/>
            <ac:spMk id="28" creationId="{43BB2A67-C146-5111-C51F-15DCF82234B5}"/>
          </ac:spMkLst>
        </pc:spChg>
        <pc:spChg chg="add mod">
          <ac:chgData name="21r11a1234@gcet.edu.in" userId="d6a8528519b95cfc" providerId="LiveId" clId="{4812881A-8F80-4570-B626-3CFCC995AF13}" dt="2025-11-23T14:57:07.999" v="1792" actId="207"/>
          <ac:spMkLst>
            <pc:docMk/>
            <pc:sldMk cId="0" sldId="266"/>
            <ac:spMk id="29" creationId="{E0C82853-084C-DB94-5777-CA099DBB7C37}"/>
          </ac:spMkLst>
        </pc:spChg>
        <pc:spChg chg="add mod">
          <ac:chgData name="21r11a1234@gcet.edu.in" userId="d6a8528519b95cfc" providerId="LiveId" clId="{4812881A-8F80-4570-B626-3CFCC995AF13}" dt="2025-11-23T14:57:18.231" v="1795" actId="207"/>
          <ac:spMkLst>
            <pc:docMk/>
            <pc:sldMk cId="0" sldId="266"/>
            <ac:spMk id="30" creationId="{1DC7F190-8303-A37F-949C-C13E4863E03E}"/>
          </ac:spMkLst>
        </pc:spChg>
        <pc:spChg chg="add del mod">
          <ac:chgData name="21r11a1234@gcet.edu.in" userId="d6a8528519b95cfc" providerId="LiveId" clId="{4812881A-8F80-4570-B626-3CFCC995AF13}" dt="2025-11-23T14:43:48.847" v="1621"/>
          <ac:spMkLst>
            <pc:docMk/>
            <pc:sldMk cId="0" sldId="266"/>
            <ac:spMk id="31" creationId="{B145525F-2530-B31C-D040-01DAC280380A}"/>
          </ac:spMkLst>
        </pc:spChg>
        <pc:spChg chg="add mod">
          <ac:chgData name="21r11a1234@gcet.edu.in" userId="d6a8528519b95cfc" providerId="LiveId" clId="{4812881A-8F80-4570-B626-3CFCC995AF13}" dt="2025-11-23T14:57:11.729" v="1793" actId="207"/>
          <ac:spMkLst>
            <pc:docMk/>
            <pc:sldMk cId="0" sldId="266"/>
            <ac:spMk id="32" creationId="{AF5D45E6-7ABC-74CF-E06E-A9902EE40B04}"/>
          </ac:spMkLst>
        </pc:spChg>
        <pc:spChg chg="add mod">
          <ac:chgData name="21r11a1234@gcet.edu.in" userId="d6a8528519b95cfc" providerId="LiveId" clId="{4812881A-8F80-4570-B626-3CFCC995AF13}" dt="2025-11-23T14:57:15.189" v="1794" actId="207"/>
          <ac:spMkLst>
            <pc:docMk/>
            <pc:sldMk cId="0" sldId="266"/>
            <ac:spMk id="33" creationId="{2AF3BF15-022B-764F-1957-AA6C8DF9D36D}"/>
          </ac:spMkLst>
        </pc:spChg>
        <pc:spChg chg="add mod">
          <ac:chgData name="21r11a1234@gcet.edu.in" userId="d6a8528519b95cfc" providerId="LiveId" clId="{4812881A-8F80-4570-B626-3CFCC995AF13}" dt="2025-11-23T14:49:15.425" v="1693" actId="3062"/>
          <ac:spMkLst>
            <pc:docMk/>
            <pc:sldMk cId="0" sldId="266"/>
            <ac:spMk id="34" creationId="{33C0C61D-F4E3-BB7C-B7AD-0EACA87F2634}"/>
          </ac:spMkLst>
        </pc:spChg>
        <pc:spChg chg="add mod">
          <ac:chgData name="21r11a1234@gcet.edu.in" userId="d6a8528519b95cfc" providerId="LiveId" clId="{4812881A-8F80-4570-B626-3CFCC995AF13}" dt="2025-11-23T14:49:31.511" v="1696" actId="14100"/>
          <ac:spMkLst>
            <pc:docMk/>
            <pc:sldMk cId="0" sldId="266"/>
            <ac:spMk id="35" creationId="{C7F8569C-3B3D-7EDD-A357-BAB5F819C2A3}"/>
          </ac:spMkLst>
        </pc:spChg>
        <pc:spChg chg="add mod">
          <ac:chgData name="21r11a1234@gcet.edu.in" userId="d6a8528519b95cfc" providerId="LiveId" clId="{4812881A-8F80-4570-B626-3CFCC995AF13}" dt="2025-11-23T14:55:22.546" v="1776" actId="1076"/>
          <ac:spMkLst>
            <pc:docMk/>
            <pc:sldMk cId="0" sldId="266"/>
            <ac:spMk id="36" creationId="{21A9A5D7-D749-38E5-4EF9-F92D2BE42CA9}"/>
          </ac:spMkLst>
        </pc:spChg>
        <pc:spChg chg="add mod">
          <ac:chgData name="21r11a1234@gcet.edu.in" userId="d6a8528519b95cfc" providerId="LiveId" clId="{4812881A-8F80-4570-B626-3CFCC995AF13}" dt="2025-11-23T14:56:36.657" v="1789" actId="255"/>
          <ac:spMkLst>
            <pc:docMk/>
            <pc:sldMk cId="0" sldId="266"/>
            <ac:spMk id="37" creationId="{709FC7AF-5ACC-AAB7-5D58-026F199BA205}"/>
          </ac:spMkLst>
        </pc:spChg>
        <pc:spChg chg="add mod">
          <ac:chgData name="21r11a1234@gcet.edu.in" userId="d6a8528519b95cfc" providerId="LiveId" clId="{4812881A-8F80-4570-B626-3CFCC995AF13}" dt="2025-11-23T14:56:24.123" v="1787" actId="1076"/>
          <ac:spMkLst>
            <pc:docMk/>
            <pc:sldMk cId="0" sldId="266"/>
            <ac:spMk id="38" creationId="{CEAB3419-0C0D-2A6F-BD99-D1C45F95553D}"/>
          </ac:spMkLst>
        </pc:spChg>
        <pc:spChg chg="add mod">
          <ac:chgData name="21r11a1234@gcet.edu.in" userId="d6a8528519b95cfc" providerId="LiveId" clId="{4812881A-8F80-4570-B626-3CFCC995AF13}" dt="2025-11-23T14:56:17.105" v="1786" actId="1076"/>
          <ac:spMkLst>
            <pc:docMk/>
            <pc:sldMk cId="0" sldId="266"/>
            <ac:spMk id="39" creationId="{517AB690-4EDD-FC77-AC94-FC1108B7178A}"/>
          </ac:spMkLst>
        </pc:spChg>
        <pc:picChg chg="add del mod">
          <ac:chgData name="21r11a1234@gcet.edu.in" userId="d6a8528519b95cfc" providerId="LiveId" clId="{4812881A-8F80-4570-B626-3CFCC995AF13}" dt="2025-11-23T14:23:07.897" v="1485" actId="21"/>
          <ac:picMkLst>
            <pc:docMk/>
            <pc:sldMk cId="0" sldId="266"/>
            <ac:picMk id="7" creationId="{398DF818-888A-71FA-C464-B1CBE34E9E2A}"/>
          </ac:picMkLst>
        </pc:picChg>
        <pc:picChg chg="add del mod ord">
          <ac:chgData name="21r11a1234@gcet.edu.in" userId="d6a8528519b95cfc" providerId="LiveId" clId="{4812881A-8F80-4570-B626-3CFCC995AF13}" dt="2025-11-23T14:24:17.923" v="1499" actId="21"/>
          <ac:picMkLst>
            <pc:docMk/>
            <pc:sldMk cId="0" sldId="266"/>
            <ac:picMk id="8" creationId="{AC8F1093-93EF-C79E-F9E4-75C3B1B4CC5C}"/>
          </ac:picMkLst>
        </pc:picChg>
        <pc:picChg chg="add del mod ord">
          <ac:chgData name="21r11a1234@gcet.edu.in" userId="d6a8528519b95cfc" providerId="LiveId" clId="{4812881A-8F80-4570-B626-3CFCC995AF13}" dt="2025-11-23T14:23:51.879" v="1494" actId="21"/>
          <ac:picMkLst>
            <pc:docMk/>
            <pc:sldMk cId="0" sldId="266"/>
            <ac:picMk id="9" creationId="{0C4690B2-01E1-CD68-B625-D3B49222D7DC}"/>
          </ac:picMkLst>
        </pc:picChg>
        <pc:picChg chg="add del mod">
          <ac:chgData name="21r11a1234@gcet.edu.in" userId="d6a8528519b95cfc" providerId="LiveId" clId="{4812881A-8F80-4570-B626-3CFCC995AF13}" dt="2025-11-23T14:23:11.441" v="1486" actId="21"/>
          <ac:picMkLst>
            <pc:docMk/>
            <pc:sldMk cId="0" sldId="266"/>
            <ac:picMk id="11" creationId="{78586C5F-45E0-6A8F-FDD3-4F46D405F59F}"/>
          </ac:picMkLst>
        </pc:picChg>
        <pc:picChg chg="add del mod">
          <ac:chgData name="21r11a1234@gcet.edu.in" userId="d6a8528519b95cfc" providerId="LiveId" clId="{4812881A-8F80-4570-B626-3CFCC995AF13}" dt="2025-11-23T14:23:55.329" v="1496" actId="21"/>
          <ac:picMkLst>
            <pc:docMk/>
            <pc:sldMk cId="0" sldId="266"/>
            <ac:picMk id="13" creationId="{672D0BED-DC30-AD49-4208-EC968E2A7822}"/>
          </ac:picMkLst>
        </pc:picChg>
        <pc:picChg chg="add mod">
          <ac:chgData name="21r11a1234@gcet.edu.in" userId="d6a8528519b95cfc" providerId="LiveId" clId="{4812881A-8F80-4570-B626-3CFCC995AF13}" dt="2025-11-23T14:49:43.841" v="1697" actId="1076"/>
          <ac:picMkLst>
            <pc:docMk/>
            <pc:sldMk cId="0" sldId="266"/>
            <ac:picMk id="14" creationId="{729477F5-9E65-9171-FB28-296A57269C5E}"/>
          </ac:picMkLst>
        </pc:picChg>
        <pc:picChg chg="add del mod">
          <ac:chgData name="21r11a1234@gcet.edu.in" userId="d6a8528519b95cfc" providerId="LiveId" clId="{4812881A-8F80-4570-B626-3CFCC995AF13}" dt="2025-11-23T14:24:28.596" v="1501" actId="21"/>
          <ac:picMkLst>
            <pc:docMk/>
            <pc:sldMk cId="0" sldId="266"/>
            <ac:picMk id="15" creationId="{729477F5-9E65-9171-FB28-296A57269C5E}"/>
          </ac:picMkLst>
        </pc:picChg>
        <pc:picChg chg="add del mod">
          <ac:chgData name="21r11a1234@gcet.edu.in" userId="d6a8528519b95cfc" providerId="LiveId" clId="{4812881A-8F80-4570-B626-3CFCC995AF13}" dt="2025-11-23T14:24:57.605" v="1505" actId="21"/>
          <ac:picMkLst>
            <pc:docMk/>
            <pc:sldMk cId="0" sldId="266"/>
            <ac:picMk id="17" creationId="{811ED35D-AFF6-9110-9181-895C0801D492}"/>
          </ac:picMkLst>
        </pc:picChg>
        <pc:picChg chg="add mod">
          <ac:chgData name="21r11a1234@gcet.edu.in" userId="d6a8528519b95cfc" providerId="LiveId" clId="{4812881A-8F80-4570-B626-3CFCC995AF13}" dt="2025-11-23T14:48:03.824" v="1683" actId="1076"/>
          <ac:picMkLst>
            <pc:docMk/>
            <pc:sldMk cId="0" sldId="266"/>
            <ac:picMk id="18" creationId="{CEA353DB-3274-5402-EC88-2E1D7A3C2585}"/>
          </ac:picMkLst>
        </pc:picChg>
        <pc:picChg chg="add del mod">
          <ac:chgData name="21r11a1234@gcet.edu.in" userId="d6a8528519b95cfc" providerId="LiveId" clId="{4812881A-8F80-4570-B626-3CFCC995AF13}" dt="2025-11-23T14:23:14.096" v="1487" actId="21"/>
          <ac:picMkLst>
            <pc:docMk/>
            <pc:sldMk cId="0" sldId="266"/>
            <ac:picMk id="19" creationId="{37CE257C-11F9-7041-62ED-B5265B7CD60A}"/>
          </ac:picMkLst>
        </pc:picChg>
        <pc:picChg chg="add mod">
          <ac:chgData name="21r11a1234@gcet.edu.in" userId="d6a8528519b95cfc" providerId="LiveId" clId="{4812881A-8F80-4570-B626-3CFCC995AF13}" dt="2025-11-23T14:55:14.564" v="1775" actId="1076"/>
          <ac:picMkLst>
            <pc:docMk/>
            <pc:sldMk cId="0" sldId="266"/>
            <ac:picMk id="21" creationId="{7B534535-9B6E-518D-E6D9-410BE54A6441}"/>
          </ac:picMkLst>
        </pc:picChg>
        <pc:picChg chg="add mod">
          <ac:chgData name="21r11a1234@gcet.edu.in" userId="d6a8528519b95cfc" providerId="LiveId" clId="{4812881A-8F80-4570-B626-3CFCC995AF13}" dt="2025-11-23T14:56:02.280" v="1784" actId="1076"/>
          <ac:picMkLst>
            <pc:docMk/>
            <pc:sldMk cId="0" sldId="266"/>
            <ac:picMk id="22" creationId="{C3876EAD-F414-DEFE-5F56-8F8CAE99C55D}"/>
          </ac:picMkLst>
        </pc:picChg>
        <pc:picChg chg="add mod">
          <ac:chgData name="21r11a1234@gcet.edu.in" userId="d6a8528519b95cfc" providerId="LiveId" clId="{4812881A-8F80-4570-B626-3CFCC995AF13}" dt="2025-11-23T14:56:12.613" v="1785" actId="1076"/>
          <ac:picMkLst>
            <pc:docMk/>
            <pc:sldMk cId="0" sldId="266"/>
            <ac:picMk id="24" creationId="{F4B97C4B-438B-9481-8AF8-60056E1A2646}"/>
          </ac:picMkLst>
        </pc:picChg>
        <pc:picChg chg="add mod">
          <ac:chgData name="21r11a1234@gcet.edu.in" userId="d6a8528519b95cfc" providerId="LiveId" clId="{4812881A-8F80-4570-B626-3CFCC995AF13}" dt="2025-11-23T14:55:56.079" v="1782" actId="1076"/>
          <ac:picMkLst>
            <pc:docMk/>
            <pc:sldMk cId="0" sldId="266"/>
            <ac:picMk id="26" creationId="{209F66B1-5C1B-A581-7DEE-233E545E5E73}"/>
          </ac:picMkLst>
        </pc:picChg>
      </pc:sldChg>
      <pc:sldChg chg="addSp delSp modSp mod">
        <pc:chgData name="21r11a1234@gcet.edu.in" userId="d6a8528519b95cfc" providerId="LiveId" clId="{4812881A-8F80-4570-B626-3CFCC995AF13}" dt="2025-11-23T13:40:33.845" v="1263" actId="27636"/>
        <pc:sldMkLst>
          <pc:docMk/>
          <pc:sldMk cId="0" sldId="267"/>
        </pc:sldMkLst>
        <pc:spChg chg="mod">
          <ac:chgData name="21r11a1234@gcet.edu.in" userId="d6a8528519b95cfc" providerId="LiveId" clId="{4812881A-8F80-4570-B626-3CFCC995AF13}" dt="2025-11-23T13:40:33.845" v="1263" actId="27636"/>
          <ac:spMkLst>
            <pc:docMk/>
            <pc:sldMk cId="0" sldId="267"/>
            <ac:spMk id="2" creationId="{00000000-0000-0000-0000-000000000000}"/>
          </ac:spMkLst>
        </pc:spChg>
        <pc:spChg chg="add mod">
          <ac:chgData name="21r11a1234@gcet.edu.in" userId="d6a8528519b95cfc" providerId="LiveId" clId="{4812881A-8F80-4570-B626-3CFCC995AF13}" dt="2025-11-22T13:55:58.953" v="1040" actId="207"/>
          <ac:spMkLst>
            <pc:docMk/>
            <pc:sldMk cId="0" sldId="267"/>
            <ac:spMk id="3" creationId="{218CA0DD-14B4-09AC-6CBE-328F8FDA0026}"/>
          </ac:spMkLst>
        </pc:spChg>
      </pc:sldChg>
      <pc:sldChg chg="modSp mod">
        <pc:chgData name="21r11a1234@gcet.edu.in" userId="d6a8528519b95cfc" providerId="LiveId" clId="{4812881A-8F80-4570-B626-3CFCC995AF13}" dt="2025-11-23T13:40:43.753" v="1264" actId="108"/>
        <pc:sldMkLst>
          <pc:docMk/>
          <pc:sldMk cId="0" sldId="268"/>
        </pc:sldMkLst>
        <pc:spChg chg="mod">
          <ac:chgData name="21r11a1234@gcet.edu.in" userId="d6a8528519b95cfc" providerId="LiveId" clId="{4812881A-8F80-4570-B626-3CFCC995AF13}" dt="2025-11-23T13:40:43.753" v="1264" actId="108"/>
          <ac:spMkLst>
            <pc:docMk/>
            <pc:sldMk cId="0" sldId="268"/>
            <ac:spMk id="2" creationId="{00000000-0000-0000-0000-000000000000}"/>
          </ac:spMkLst>
        </pc:spChg>
        <pc:spChg chg="mod">
          <ac:chgData name="21r11a1234@gcet.edu.in" userId="d6a8528519b95cfc" providerId="LiveId" clId="{4812881A-8F80-4570-B626-3CFCC995AF13}" dt="2025-11-22T13:57:11.933" v="1079" actId="207"/>
          <ac:spMkLst>
            <pc:docMk/>
            <pc:sldMk cId="0" sldId="268"/>
            <ac:spMk id="5" creationId="{FDECDEC9-C977-B1C2-312B-969235F9255B}"/>
          </ac:spMkLst>
        </pc:spChg>
      </pc:sldChg>
      <pc:sldChg chg="modSp mod">
        <pc:chgData name="21r11a1234@gcet.edu.in" userId="d6a8528519b95cfc" providerId="LiveId" clId="{4812881A-8F80-4570-B626-3CFCC995AF13}" dt="2025-11-23T13:41:39.257" v="1286" actId="20577"/>
        <pc:sldMkLst>
          <pc:docMk/>
          <pc:sldMk cId="0" sldId="270"/>
        </pc:sldMkLst>
        <pc:spChg chg="mod">
          <ac:chgData name="21r11a1234@gcet.edu.in" userId="d6a8528519b95cfc" providerId="LiveId" clId="{4812881A-8F80-4570-B626-3CFCC995AF13}" dt="2025-11-23T13:41:06.967" v="1269" actId="255"/>
          <ac:spMkLst>
            <pc:docMk/>
            <pc:sldMk cId="0" sldId="270"/>
            <ac:spMk id="2" creationId="{00000000-0000-0000-0000-000000000000}"/>
          </ac:spMkLst>
        </pc:spChg>
        <pc:spChg chg="mod">
          <ac:chgData name="21r11a1234@gcet.edu.in" userId="d6a8528519b95cfc" providerId="LiveId" clId="{4812881A-8F80-4570-B626-3CFCC995AF13}" dt="2025-11-23T13:41:39.257" v="1286" actId="20577"/>
          <ac:spMkLst>
            <pc:docMk/>
            <pc:sldMk cId="0" sldId="270"/>
            <ac:spMk id="4" creationId="{2567D3B3-F1DE-3ED0-4F4E-B64A67208E93}"/>
          </ac:spMkLst>
        </pc:spChg>
      </pc:sldChg>
      <pc:sldChg chg="addSp delSp modSp mod chgLayout">
        <pc:chgData name="21r11a1234@gcet.edu.in" userId="d6a8528519b95cfc" providerId="LiveId" clId="{4812881A-8F80-4570-B626-3CFCC995AF13}" dt="2025-11-23T13:58:32.543" v="1384" actId="1440"/>
        <pc:sldMkLst>
          <pc:docMk/>
          <pc:sldMk cId="1109689993" sldId="273"/>
        </pc:sldMkLst>
        <pc:spChg chg="mod ord">
          <ac:chgData name="21r11a1234@gcet.edu.in" userId="d6a8528519b95cfc" providerId="LiveId" clId="{4812881A-8F80-4570-B626-3CFCC995AF13}" dt="2025-11-23T13:33:32.738" v="1240" actId="1076"/>
          <ac:spMkLst>
            <pc:docMk/>
            <pc:sldMk cId="1109689993" sldId="273"/>
            <ac:spMk id="2" creationId="{DD42176A-172C-2946-579A-98A330E889DD}"/>
          </ac:spMkLst>
        </pc:spChg>
        <pc:spChg chg="add del mod">
          <ac:chgData name="21r11a1234@gcet.edu.in" userId="d6a8528519b95cfc" providerId="LiveId" clId="{4812881A-8F80-4570-B626-3CFCC995AF13}" dt="2025-11-23T13:26:51.474" v="1200" actId="21"/>
          <ac:spMkLst>
            <pc:docMk/>
            <pc:sldMk cId="1109689993" sldId="273"/>
            <ac:spMk id="4" creationId="{1DB88153-DA78-50E7-03A0-127D81AC3CA6}"/>
          </ac:spMkLst>
        </pc:spChg>
        <pc:spChg chg="add del mod ord">
          <ac:chgData name="21r11a1234@gcet.edu.in" userId="d6a8528519b95cfc" providerId="LiveId" clId="{4812881A-8F80-4570-B626-3CFCC995AF13}" dt="2025-11-23T13:26:50.248" v="1199" actId="700"/>
          <ac:spMkLst>
            <pc:docMk/>
            <pc:sldMk cId="1109689993" sldId="273"/>
            <ac:spMk id="6" creationId="{479ECC29-F884-840E-4BEF-68B95B6587B7}"/>
          </ac:spMkLst>
        </pc:spChg>
        <pc:spChg chg="add del mod">
          <ac:chgData name="21r11a1234@gcet.edu.in" userId="d6a8528519b95cfc" providerId="LiveId" clId="{4812881A-8F80-4570-B626-3CFCC995AF13}" dt="2025-11-23T13:25:07.179" v="1183" actId="21"/>
          <ac:spMkLst>
            <pc:docMk/>
            <pc:sldMk cId="1109689993" sldId="273"/>
            <ac:spMk id="8" creationId="{83DACE4F-ABF0-FE91-574C-7423F877D882}"/>
          </ac:spMkLst>
        </pc:spChg>
        <pc:spChg chg="add del mod">
          <ac:chgData name="21r11a1234@gcet.edu.in" userId="d6a8528519b95cfc" providerId="LiveId" clId="{4812881A-8F80-4570-B626-3CFCC995AF13}" dt="2025-11-23T13:25:13.483" v="1184" actId="21"/>
          <ac:spMkLst>
            <pc:docMk/>
            <pc:sldMk cId="1109689993" sldId="273"/>
            <ac:spMk id="9" creationId="{9237F1C1-D76C-470C-264A-E5BBB5DC0959}"/>
          </ac:spMkLst>
        </pc:spChg>
        <pc:spChg chg="add del mod">
          <ac:chgData name="21r11a1234@gcet.edu.in" userId="d6a8528519b95cfc" providerId="LiveId" clId="{4812881A-8F80-4570-B626-3CFCC995AF13}" dt="2025-11-23T13:27:11.093" v="1204"/>
          <ac:spMkLst>
            <pc:docMk/>
            <pc:sldMk cId="1109689993" sldId="273"/>
            <ac:spMk id="12" creationId="{3F3C5092-84CB-5820-3F22-4B2B3544334D}"/>
          </ac:spMkLst>
        </pc:spChg>
        <pc:spChg chg="add del mod">
          <ac:chgData name="21r11a1234@gcet.edu.in" userId="d6a8528519b95cfc" providerId="LiveId" clId="{4812881A-8F80-4570-B626-3CFCC995AF13}" dt="2025-11-23T13:32:07.807" v="1221" actId="931"/>
          <ac:spMkLst>
            <pc:docMk/>
            <pc:sldMk cId="1109689993" sldId="273"/>
            <ac:spMk id="16" creationId="{75E86652-B978-9767-C7F0-F9941045DFE1}"/>
          </ac:spMkLst>
        </pc:spChg>
        <pc:spChg chg="add mod">
          <ac:chgData name="21r11a1234@gcet.edu.in" userId="d6a8528519b95cfc" providerId="LiveId" clId="{4812881A-8F80-4570-B626-3CFCC995AF13}" dt="2025-11-23T13:33:56.986" v="1244" actId="122"/>
          <ac:spMkLst>
            <pc:docMk/>
            <pc:sldMk cId="1109689993" sldId="273"/>
            <ac:spMk id="20" creationId="{32B9F045-7BAE-C302-BCE1-D689B27167C5}"/>
          </ac:spMkLst>
        </pc:spChg>
        <pc:spChg chg="add del mod">
          <ac:chgData name="21r11a1234@gcet.edu.in" userId="d6a8528519b95cfc" providerId="LiveId" clId="{4812881A-8F80-4570-B626-3CFCC995AF13}" dt="2025-11-23T13:36:04.319" v="1247"/>
          <ac:spMkLst>
            <pc:docMk/>
            <pc:sldMk cId="1109689993" sldId="273"/>
            <ac:spMk id="21" creationId="{FB75E900-A5C6-73F4-E16B-A668A0DB7FF9}"/>
          </ac:spMkLst>
        </pc:spChg>
        <pc:spChg chg="add mod">
          <ac:chgData name="21r11a1234@gcet.edu.in" userId="d6a8528519b95cfc" providerId="LiveId" clId="{4812881A-8F80-4570-B626-3CFCC995AF13}" dt="2025-11-23T13:36:41.519" v="1254" actId="123"/>
          <ac:spMkLst>
            <pc:docMk/>
            <pc:sldMk cId="1109689993" sldId="273"/>
            <ac:spMk id="22" creationId="{CBD7D005-5457-E434-0969-F78A6BA2FA9C}"/>
          </ac:spMkLst>
        </pc:spChg>
        <pc:picChg chg="add del mod">
          <ac:chgData name="21r11a1234@gcet.edu.in" userId="d6a8528519b95cfc" providerId="LiveId" clId="{4812881A-8F80-4570-B626-3CFCC995AF13}" dt="2025-11-23T13:26:56.538" v="1202" actId="21"/>
          <ac:picMkLst>
            <pc:docMk/>
            <pc:sldMk cId="1109689993" sldId="273"/>
            <ac:picMk id="5" creationId="{46F32625-6B61-72EE-ABB3-B407DBF172CD}"/>
          </ac:picMkLst>
        </pc:picChg>
        <pc:picChg chg="add del mod ord">
          <ac:chgData name="21r11a1234@gcet.edu.in" userId="d6a8528519b95cfc" providerId="LiveId" clId="{4812881A-8F80-4570-B626-3CFCC995AF13}" dt="2025-11-23T13:27:45.242" v="1209" actId="21"/>
          <ac:picMkLst>
            <pc:docMk/>
            <pc:sldMk cId="1109689993" sldId="273"/>
            <ac:picMk id="7" creationId="{BDE683E2-1F3B-C41E-D6F6-92595C3A3FAC}"/>
          </ac:picMkLst>
        </pc:picChg>
        <pc:picChg chg="add mod">
          <ac:chgData name="21r11a1234@gcet.edu.in" userId="d6a8528519b95cfc" providerId="LiveId" clId="{4812881A-8F80-4570-B626-3CFCC995AF13}" dt="2025-11-23T13:26:48.317" v="1194"/>
          <ac:picMkLst>
            <pc:docMk/>
            <pc:sldMk cId="1109689993" sldId="273"/>
            <ac:picMk id="10" creationId="{46F32625-6B61-72EE-ABB3-B407DBF172CD}"/>
          </ac:picMkLst>
        </pc:picChg>
        <pc:picChg chg="add mod">
          <ac:chgData name="21r11a1234@gcet.edu.in" userId="d6a8528519b95cfc" providerId="LiveId" clId="{4812881A-8F80-4570-B626-3CFCC995AF13}" dt="2025-11-23T13:58:26.656" v="1381" actId="1440"/>
          <ac:picMkLst>
            <pc:docMk/>
            <pc:sldMk cId="1109689993" sldId="273"/>
            <ac:picMk id="13" creationId="{4BEB7376-2FB2-4D0A-CCB4-12E259232719}"/>
          </ac:picMkLst>
        </pc:picChg>
        <pc:picChg chg="add mod">
          <ac:chgData name="21r11a1234@gcet.edu.in" userId="d6a8528519b95cfc" providerId="LiveId" clId="{4812881A-8F80-4570-B626-3CFCC995AF13}" dt="2025-11-23T13:58:30.806" v="1383" actId="1440"/>
          <ac:picMkLst>
            <pc:docMk/>
            <pc:sldMk cId="1109689993" sldId="273"/>
            <ac:picMk id="14" creationId="{B221C6C4-45E0-CC6E-CDA5-FB041E3B0E9C}"/>
          </ac:picMkLst>
        </pc:picChg>
        <pc:picChg chg="add mod">
          <ac:chgData name="21r11a1234@gcet.edu.in" userId="d6a8528519b95cfc" providerId="LiveId" clId="{4812881A-8F80-4570-B626-3CFCC995AF13}" dt="2025-11-23T13:58:32.543" v="1384" actId="1440"/>
          <ac:picMkLst>
            <pc:docMk/>
            <pc:sldMk cId="1109689993" sldId="273"/>
            <ac:picMk id="18" creationId="{C4F1904A-C254-117F-E4D1-01E63E5F6CB7}"/>
          </ac:picMkLst>
        </pc:picChg>
        <pc:picChg chg="add mod">
          <ac:chgData name="21r11a1234@gcet.edu.in" userId="d6a8528519b95cfc" providerId="LiveId" clId="{4812881A-8F80-4570-B626-3CFCC995AF13}" dt="2025-11-23T13:58:28.809" v="1382" actId="1440"/>
          <ac:picMkLst>
            <pc:docMk/>
            <pc:sldMk cId="1109689993" sldId="273"/>
            <ac:picMk id="19" creationId="{317AC466-DE26-33A4-16AD-90538D4417C5}"/>
          </ac:picMkLst>
        </pc:picChg>
      </pc:sldChg>
      <pc:sldChg chg="addSp delSp modSp mod modClrScheme chgLayout">
        <pc:chgData name="21r11a1234@gcet.edu.in" userId="d6a8528519b95cfc" providerId="LiveId" clId="{4812881A-8F80-4570-B626-3CFCC995AF13}" dt="2025-11-23T14:12:56.276" v="1440" actId="1076"/>
        <pc:sldMkLst>
          <pc:docMk/>
          <pc:sldMk cId="3682919165" sldId="274"/>
        </pc:sldMkLst>
        <pc:spChg chg="mod ord">
          <ac:chgData name="21r11a1234@gcet.edu.in" userId="d6a8528519b95cfc" providerId="LiveId" clId="{4812881A-8F80-4570-B626-3CFCC995AF13}" dt="2025-11-23T13:40:09.767" v="1259" actId="108"/>
          <ac:spMkLst>
            <pc:docMk/>
            <pc:sldMk cId="3682919165" sldId="274"/>
            <ac:spMk id="2" creationId="{6611C97C-68C9-54FA-346B-0A491B2B76A4}"/>
          </ac:spMkLst>
        </pc:spChg>
        <pc:spChg chg="add del mod">
          <ac:chgData name="21r11a1234@gcet.edu.in" userId="d6a8528519b95cfc" providerId="LiveId" clId="{4812881A-8F80-4570-B626-3CFCC995AF13}" dt="2025-11-23T13:58:57.560" v="1386" actId="21"/>
          <ac:spMkLst>
            <pc:docMk/>
            <pc:sldMk cId="3682919165" sldId="274"/>
            <ac:spMk id="4" creationId="{8CFD633A-6132-536E-A1D6-6E0E0AF82CA0}"/>
          </ac:spMkLst>
        </pc:spChg>
        <pc:spChg chg="add del mod">
          <ac:chgData name="21r11a1234@gcet.edu.in" userId="d6a8528519b95cfc" providerId="LiveId" clId="{4812881A-8F80-4570-B626-3CFCC995AF13}" dt="2025-11-19T06:18:59.973" v="810" actId="688"/>
          <ac:spMkLst>
            <pc:docMk/>
            <pc:sldMk cId="3682919165" sldId="274"/>
            <ac:spMk id="6" creationId="{8DF17191-D49A-E0F4-8BA2-DAE86B89405C}"/>
          </ac:spMkLst>
        </pc:spChg>
        <pc:spChg chg="add mod">
          <ac:chgData name="21r11a1234@gcet.edu.in" userId="d6a8528519b95cfc" providerId="LiveId" clId="{4812881A-8F80-4570-B626-3CFCC995AF13}" dt="2025-11-23T14:12:56.276" v="1440" actId="1076"/>
          <ac:spMkLst>
            <pc:docMk/>
            <pc:sldMk cId="3682919165" sldId="274"/>
            <ac:spMk id="7" creationId="{530A2821-8627-67EB-E342-84CEF4FDAD72}"/>
          </ac:spMkLst>
        </pc:spChg>
        <pc:spChg chg="add del mod">
          <ac:chgData name="21r11a1234@gcet.edu.in" userId="d6a8528519b95cfc" providerId="LiveId" clId="{4812881A-8F80-4570-B626-3CFCC995AF13}" dt="2025-11-23T14:01:06.118" v="1387" actId="931"/>
          <ac:spMkLst>
            <pc:docMk/>
            <pc:sldMk cId="3682919165" sldId="274"/>
            <ac:spMk id="8" creationId="{D94ACECC-E22C-8033-6BFA-23580B9CC12C}"/>
          </ac:spMkLst>
        </pc:spChg>
        <pc:spChg chg="add del mod">
          <ac:chgData name="21r11a1234@gcet.edu.in" userId="d6a8528519b95cfc" providerId="LiveId" clId="{4812881A-8F80-4570-B626-3CFCC995AF13}" dt="2025-11-23T14:12:23.275" v="1434"/>
          <ac:spMkLst>
            <pc:docMk/>
            <pc:sldMk cId="3682919165" sldId="274"/>
            <ac:spMk id="11" creationId="{9997493D-F7B5-5553-665F-9F976821BCCE}"/>
          </ac:spMkLst>
        </pc:spChg>
        <pc:spChg chg="add mod">
          <ac:chgData name="21r11a1234@gcet.edu.in" userId="d6a8528519b95cfc" providerId="LiveId" clId="{4812881A-8F80-4570-B626-3CFCC995AF13}" dt="2025-11-23T14:12:48.125" v="1439" actId="2711"/>
          <ac:spMkLst>
            <pc:docMk/>
            <pc:sldMk cId="3682919165" sldId="274"/>
            <ac:spMk id="12" creationId="{8D990847-05F2-2FED-D94E-873768D7304D}"/>
          </ac:spMkLst>
        </pc:spChg>
        <pc:picChg chg="add del mod ord">
          <ac:chgData name="21r11a1234@gcet.edu.in" userId="d6a8528519b95cfc" providerId="LiveId" clId="{4812881A-8F80-4570-B626-3CFCC995AF13}" dt="2025-11-23T12:53:53.405" v="1090" actId="21"/>
          <ac:picMkLst>
            <pc:docMk/>
            <pc:sldMk cId="3682919165" sldId="274"/>
            <ac:picMk id="5" creationId="{C27174E9-9B83-10DE-BADD-EC0D85D03F05}"/>
          </ac:picMkLst>
        </pc:picChg>
        <pc:picChg chg="add mod">
          <ac:chgData name="21r11a1234@gcet.edu.in" userId="d6a8528519b95cfc" providerId="LiveId" clId="{4812881A-8F80-4570-B626-3CFCC995AF13}" dt="2025-11-23T14:12:05.819" v="1427" actId="1076"/>
          <ac:picMkLst>
            <pc:docMk/>
            <pc:sldMk cId="3682919165" sldId="274"/>
            <ac:picMk id="10" creationId="{31AF2D8B-6ED0-54F4-E3F8-E1CE5203456B}"/>
          </ac:picMkLst>
        </pc:picChg>
        <pc:picChg chg="add mod">
          <ac:chgData name="21r11a1234@gcet.edu.in" userId="d6a8528519b95cfc" providerId="LiveId" clId="{4812881A-8F80-4570-B626-3CFCC995AF13}" dt="2025-11-23T14:01:34.168" v="1397" actId="1440"/>
          <ac:picMkLst>
            <pc:docMk/>
            <pc:sldMk cId="3682919165" sldId="274"/>
            <ac:picMk id="20" creationId="{CDCE2981-C57C-F8D2-B0E3-7D59A21AFEAA}"/>
          </ac:picMkLst>
        </pc:picChg>
      </pc:sldChg>
      <pc:sldChg chg="addSp delSp modSp mod chgLayout">
        <pc:chgData name="21r11a1234@gcet.edu.in" userId="d6a8528519b95cfc" providerId="LiveId" clId="{4812881A-8F80-4570-B626-3CFCC995AF13}" dt="2025-11-23T14:04:48.604" v="1422" actId="1076"/>
        <pc:sldMkLst>
          <pc:docMk/>
          <pc:sldMk cId="3310535920" sldId="275"/>
        </pc:sldMkLst>
        <pc:spChg chg="mod ord">
          <ac:chgData name="21r11a1234@gcet.edu.in" userId="d6a8528519b95cfc" providerId="LiveId" clId="{4812881A-8F80-4570-B626-3CFCC995AF13}" dt="2025-11-23T13:50:13.344" v="1296" actId="14100"/>
          <ac:spMkLst>
            <pc:docMk/>
            <pc:sldMk cId="3310535920" sldId="275"/>
            <ac:spMk id="2" creationId="{0ABA991C-F6A1-6F1E-3D02-00C55FCD51C6}"/>
          </ac:spMkLst>
        </pc:spChg>
        <pc:spChg chg="add mod">
          <ac:chgData name="21r11a1234@gcet.edu.in" userId="d6a8528519b95cfc" providerId="LiveId" clId="{4812881A-8F80-4570-B626-3CFCC995AF13}" dt="2025-11-23T14:03:32.876" v="1405" actId="1076"/>
          <ac:spMkLst>
            <pc:docMk/>
            <pc:sldMk cId="3310535920" sldId="275"/>
            <ac:spMk id="3" creationId="{EB947277-54D9-2298-B098-BA2126482A77}"/>
          </ac:spMkLst>
        </pc:spChg>
        <pc:spChg chg="add mod">
          <ac:chgData name="21r11a1234@gcet.edu.in" userId="d6a8528519b95cfc" providerId="LiveId" clId="{4812881A-8F80-4570-B626-3CFCC995AF13}" dt="2025-11-23T14:04:48.604" v="1422" actId="1076"/>
          <ac:spMkLst>
            <pc:docMk/>
            <pc:sldMk cId="3310535920" sldId="275"/>
            <ac:spMk id="4" creationId="{1845A553-F00E-CBCE-AA7C-05ABF1B684EA}"/>
          </ac:spMkLst>
        </pc:spChg>
        <pc:spChg chg="add del mod">
          <ac:chgData name="21r11a1234@gcet.edu.in" userId="d6a8528519b95cfc" providerId="LiveId" clId="{4812881A-8F80-4570-B626-3CFCC995AF13}" dt="2025-11-23T13:58:20.673" v="1380"/>
          <ac:spMkLst>
            <pc:docMk/>
            <pc:sldMk cId="3310535920" sldId="275"/>
            <ac:spMk id="6" creationId="{9F61256E-3B47-03EF-62E8-8829F12F332D}"/>
          </ac:spMkLst>
        </pc:spChg>
        <pc:spChg chg="add del mod">
          <ac:chgData name="21r11a1234@gcet.edu.in" userId="d6a8528519b95cfc" providerId="LiveId" clId="{4812881A-8F80-4570-B626-3CFCC995AF13}" dt="2025-11-23T13:49:54.836" v="1291"/>
          <ac:spMkLst>
            <pc:docMk/>
            <pc:sldMk cId="3310535920" sldId="275"/>
            <ac:spMk id="9" creationId="{AA9FF641-634F-87BE-8C91-95DADF9D2E3B}"/>
          </ac:spMkLst>
        </pc:spChg>
        <pc:picChg chg="add mod ord">
          <ac:chgData name="21r11a1234@gcet.edu.in" userId="d6a8528519b95cfc" providerId="LiveId" clId="{4812881A-8F80-4570-B626-3CFCC995AF13}" dt="2025-11-23T13:58:15.237" v="1377" actId="1440"/>
          <ac:picMkLst>
            <pc:docMk/>
            <pc:sldMk cId="3310535920" sldId="275"/>
            <ac:picMk id="8" creationId="{DE76FE32-40F3-7F16-154F-5427462F4391}"/>
          </ac:picMkLst>
        </pc:picChg>
        <pc:picChg chg="add mod ord">
          <ac:chgData name="21r11a1234@gcet.edu.in" userId="d6a8528519b95cfc" providerId="LiveId" clId="{4812881A-8F80-4570-B626-3CFCC995AF13}" dt="2025-11-23T13:58:18.299" v="1378" actId="1440"/>
          <ac:picMkLst>
            <pc:docMk/>
            <pc:sldMk cId="3310535920" sldId="275"/>
            <ac:picMk id="12" creationId="{6D880BE8-7098-9170-6EE6-B8863FA54DBD}"/>
          </ac:picMkLst>
        </pc:picChg>
      </pc:sldChg>
      <pc:sldChg chg="addSp delSp modSp new del mod">
        <pc:chgData name="21r11a1234@gcet.edu.in" userId="d6a8528519b95cfc" providerId="LiveId" clId="{4812881A-8F80-4570-B626-3CFCC995AF13}" dt="2025-11-23T13:45:23.048" v="1287" actId="2696"/>
        <pc:sldMkLst>
          <pc:docMk/>
          <pc:sldMk cId="3337157504" sldId="276"/>
        </pc:sldMkLst>
        <pc:spChg chg="mod">
          <ac:chgData name="21r11a1234@gcet.edu.in" userId="d6a8528519b95cfc" providerId="LiveId" clId="{4812881A-8F80-4570-B626-3CFCC995AF13}" dt="2025-11-23T13:39:57.162" v="1258" actId="108"/>
          <ac:spMkLst>
            <pc:docMk/>
            <pc:sldMk cId="3337157504" sldId="276"/>
            <ac:spMk id="2" creationId="{52C19E90-CD75-6EA8-898A-3568CBA56433}"/>
          </ac:spMkLst>
        </pc:spChg>
        <pc:spChg chg="add del mod">
          <ac:chgData name="21r11a1234@gcet.edu.in" userId="d6a8528519b95cfc" providerId="LiveId" clId="{4812881A-8F80-4570-B626-3CFCC995AF13}" dt="2025-11-23T13:26:51.934" v="1201" actId="21"/>
          <ac:spMkLst>
            <pc:docMk/>
            <pc:sldMk cId="3337157504" sldId="276"/>
            <ac:spMk id="4" creationId="{4AD58D72-0487-05D8-9EFF-6B515BEFE3A3}"/>
          </ac:spMkLst>
        </pc:spChg>
        <pc:spChg chg="add mod">
          <ac:chgData name="21r11a1234@gcet.edu.in" userId="d6a8528519b95cfc" providerId="LiveId" clId="{4812881A-8F80-4570-B626-3CFCC995AF13}" dt="2025-11-23T13:27:04.032" v="1203" actId="21"/>
          <ac:spMkLst>
            <pc:docMk/>
            <pc:sldMk cId="3337157504" sldId="276"/>
            <ac:spMk id="7" creationId="{7461FCC8-9E7B-D86A-54D3-981C7094DD1E}"/>
          </ac:spMkLst>
        </pc:spChg>
        <pc:spChg chg="add mod">
          <ac:chgData name="21r11a1234@gcet.edu.in" userId="d6a8528519b95cfc" providerId="LiveId" clId="{4812881A-8F80-4570-B626-3CFCC995AF13}" dt="2025-11-23T13:27:28.082" v="1206" actId="21"/>
          <ac:spMkLst>
            <pc:docMk/>
            <pc:sldMk cId="3337157504" sldId="276"/>
            <ac:spMk id="11" creationId="{80EC241C-D460-2DC9-F48A-FA1D6066FDA5}"/>
          </ac:spMkLst>
        </pc:spChg>
        <pc:picChg chg="add del mod">
          <ac:chgData name="21r11a1234@gcet.edu.in" userId="d6a8528519b95cfc" providerId="LiveId" clId="{4812881A-8F80-4570-B626-3CFCC995AF13}" dt="2025-11-23T13:27:28.082" v="1206" actId="21"/>
          <ac:picMkLst>
            <pc:docMk/>
            <pc:sldMk cId="3337157504" sldId="276"/>
            <ac:picMk id="10" creationId="{B221C6C4-45E0-CC6E-CDA5-FB041E3B0E9C}"/>
          </ac:picMkLst>
        </pc:picChg>
        <pc:picChg chg="add del mod">
          <ac:chgData name="21r11a1234@gcet.edu.in" userId="d6a8528519b95cfc" providerId="LiveId" clId="{4812881A-8F80-4570-B626-3CFCC995AF13}" dt="2025-11-23T13:27:04.032" v="1203" actId="21"/>
          <ac:picMkLst>
            <pc:docMk/>
            <pc:sldMk cId="3337157504" sldId="276"/>
            <ac:picMk id="12" creationId="{4BEB7376-2FB2-4D0A-CCB4-12E25923271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93A2A9-BD0F-4EB0-94B7-A2ED5A9BB3D2}" type="datetimeFigureOut">
              <a:rPr lang="en-IN" smtClean="0"/>
              <a:t>23-11-2025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D0D053-ACD4-426B-BDE7-7FC43E1E5565}" type="slidenum">
              <a:rPr lang="en-IN" smtClean="0"/>
              <a:t>‹#›</a:t>
            </a:fld>
            <a:endParaRPr lang="en-IN"/>
          </a:p>
        </p:txBody>
      </p:sp>
    </p:spTree>
    <p:extLst>
      <p:ext uri="{BB962C8B-B14F-4D97-AF65-F5344CB8AC3E}">
        <p14:creationId xmlns:p14="http://schemas.microsoft.com/office/powerpoint/2010/main" val="3759437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649905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86425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40265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11/23/2025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7285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439030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85730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9897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11/23/2025</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09233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11/23/2025</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93065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262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3800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11/23/2025</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99671816"/>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6"/>
            <a:ext cx="8229600" cy="5060935"/>
          </a:xfrm>
        </p:spPr>
        <p:txBody>
          <a:bodyPr/>
          <a:lstStyle/>
          <a:p>
            <a:pPr algn="ctr"/>
            <a:r>
              <a:rPr lang="en-US" b="1" i="1" dirty="0">
                <a:solidFill>
                  <a:srgbClr val="C00000"/>
                </a:solidFill>
                <a:latin typeface="Bodoni MT Black" panose="02070A03080606020203" pitchFamily="18" charset="0"/>
                <a:ea typeface="Calibri" panose="020F0502020204030204" pitchFamily="34" charset="0"/>
                <a:cs typeface="Calibri" panose="020F0502020204030204" pitchFamily="34" charset="0"/>
              </a:rPr>
              <a:t>Food Delivery Crisis Impact &amp; Recovery Dashboard</a:t>
            </a:r>
            <a:endParaRPr b="1" i="1" dirty="0">
              <a:solidFill>
                <a:srgbClr val="C00000"/>
              </a:solidFill>
              <a:latin typeface="Bodoni MT Black" panose="02070A03080606020203" pitchFamily="18" charset="0"/>
              <a:ea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4685122" y="5571241"/>
            <a:ext cx="4001677" cy="554922"/>
          </a:xfrm>
        </p:spPr>
        <p:txBody>
          <a:bodyPr>
            <a:normAutofit/>
          </a:bodyPr>
          <a:lstStyle/>
          <a:p>
            <a:pPr marL="0" indent="0" algn="ctr">
              <a:buNone/>
            </a:pPr>
            <a:r>
              <a:rPr lang="en-US" dirty="0">
                <a:solidFill>
                  <a:schemeClr val="tx2">
                    <a:lumMod val="50000"/>
                  </a:schemeClr>
                </a:solidFill>
                <a:latin typeface="Calibri" panose="020F0502020204030204" pitchFamily="34" charset="0"/>
                <a:ea typeface="Calibri" panose="020F0502020204030204" pitchFamily="34" charset="0"/>
                <a:cs typeface="Calibri" panose="020F0502020204030204" pitchFamily="34" charset="0"/>
              </a:rPr>
              <a:t>Presented by : K. Sabari Vasan</a:t>
            </a:r>
            <a:endParaRPr dirty="0">
              <a:solidFill>
                <a:schemeClr val="tx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350" y="203442"/>
            <a:ext cx="8625234" cy="1018408"/>
          </a:xfrm>
        </p:spPr>
        <p:txBody>
          <a:bodyPr>
            <a:normAutofit/>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Executive Summary / Overview</a:t>
            </a:r>
          </a:p>
        </p:txBody>
      </p:sp>
      <p:sp>
        <p:nvSpPr>
          <p:cNvPr id="8" name="Content Placeholder 7">
            <a:extLst>
              <a:ext uri="{FF2B5EF4-FFF2-40B4-BE49-F238E27FC236}">
                <a16:creationId xmlns:a16="http://schemas.microsoft.com/office/drawing/2014/main" id="{753F8007-307B-C138-6E45-AC85EB23A92A}"/>
              </a:ext>
            </a:extLst>
          </p:cNvPr>
          <p:cNvSpPr txBox="1">
            <a:spLocks noGrp="1"/>
          </p:cNvSpPr>
          <p:nvPr>
            <p:ph idx="1"/>
          </p:nvPr>
        </p:nvSpPr>
        <p:spPr>
          <a:xfrm>
            <a:off x="260351" y="1645920"/>
            <a:ext cx="8625234" cy="4529445"/>
          </a:xfrm>
          <a:prstGeom prst="rect">
            <a:avLst/>
          </a:prstGeom>
          <a:noFill/>
        </p:spPr>
        <p:txBody>
          <a:bodyPr wrap="square" rtlCol="0">
            <a:spAutoFit/>
          </a:bodyPr>
          <a:lstStyle/>
          <a:p>
            <a:pPr marL="0" indent="0" algn="just">
              <a:buNone/>
            </a:pPr>
            <a:r>
              <a:rPr lang="en-US"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QuickBite</a:t>
            </a: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Express, an online food delivery startup, experienced a major drop in customer orders and revenue during the crisis period (June-September2025).</a:t>
            </a:r>
            <a:b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The goal of this analysis was to understand the root causes of the decline, analyze customer and restaurant behavior, and recommend recovery strategies to improve retention, delivery performance, and overall business performance.</a:t>
            </a:r>
          </a:p>
          <a:p>
            <a:pPr algn="just"/>
            <a:endPar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Key highlights:</a:t>
            </a:r>
          </a:p>
          <a:p>
            <a:pPr marL="285750" indent="-285750" algn="just">
              <a:buFont typeface="Arial" panose="020B0604020202020204" pitchFamily="34" charset="0"/>
              <a:buChar char="•"/>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Pre-crisis orders dropped  during the crisis.</a:t>
            </a:r>
          </a:p>
          <a:p>
            <a:pPr marL="285750" indent="-285750" algn="just">
              <a:buFont typeface="Arial" panose="020B0604020202020204" pitchFamily="34" charset="0"/>
              <a:buChar char="•"/>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Customer cancellations including placing orders decreased and delivery delays increased sharply.</a:t>
            </a:r>
          </a:p>
          <a:p>
            <a:pPr marL="285750" indent="-285750" algn="just">
              <a:buFont typeface="Arial" panose="020B0604020202020204" pitchFamily="34" charset="0"/>
              <a:buChar char="•"/>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Ratings and sentiment scores declined, showing customer dissatisfaction.</a:t>
            </a:r>
          </a:p>
          <a:p>
            <a:pPr marL="285750" indent="-285750" algn="just">
              <a:buFont typeface="Arial" panose="020B0604020202020204" pitchFamily="34" charset="0"/>
              <a:buChar char="•"/>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Some cities and restaurant partners were more affected than others.</a:t>
            </a:r>
          </a:p>
          <a:p>
            <a:pPr algn="just"/>
            <a:endParaRPr lang="en-IN"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686" y="268526"/>
            <a:ext cx="8309113" cy="1023562"/>
          </a:xfrm>
        </p:spPr>
        <p:txBody>
          <a:bodyPr>
            <a:normAutofit/>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Objective / Problem Statement</a:t>
            </a:r>
          </a:p>
        </p:txBody>
      </p:sp>
      <p:sp>
        <p:nvSpPr>
          <p:cNvPr id="3" name="Content Placeholder 2"/>
          <p:cNvSpPr>
            <a:spLocks noGrp="1"/>
          </p:cNvSpPr>
          <p:nvPr>
            <p:ph idx="1"/>
          </p:nvPr>
        </p:nvSpPr>
        <p:spPr>
          <a:xfrm>
            <a:off x="377686" y="1814833"/>
            <a:ext cx="8309112" cy="3911599"/>
          </a:xfrm>
        </p:spPr>
        <p:txBody>
          <a:bodyPr>
            <a:normAutofit/>
          </a:bodyPr>
          <a:lstStyle/>
          <a:p>
            <a:pPr marL="0" indent="0">
              <a:buNone/>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To provide actionable insights and data-driven recommendations for recovery and customer retention after the crisis.</a:t>
            </a:r>
          </a:p>
          <a:p>
            <a:pPr marL="0" indent="0">
              <a:buNone/>
            </a:pP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PROBLEM STATEMENT:</a:t>
            </a:r>
            <a:br>
              <a:rPr lang="en-US" dirty="0">
                <a:solidFill>
                  <a:schemeClr val="accent1">
                    <a:lumMod val="50000"/>
                  </a:schemeClr>
                </a:solidFill>
              </a:rPr>
            </a:br>
            <a:r>
              <a:rPr lang="en-US"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QuickBite</a:t>
            </a: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Express observed a sharp decline in orders, revenue, and ratings during the crisis.</a:t>
            </a:r>
            <a:b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Management seeks to identify:</a:t>
            </a: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Which customer segments can be reactivated.</a:t>
            </a: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Which cities and restaurants were most impacted.</a:t>
            </a: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How delivery and service performance changed.</a:t>
            </a: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What strategies can restore customer trust and loyalty</a:t>
            </a:r>
            <a:r>
              <a:rPr lang="en-US" dirty="0">
                <a:solidFill>
                  <a:schemeClr val="accent1">
                    <a:lumMod val="50000"/>
                  </a:schemeClr>
                </a:solidFill>
              </a:rPr>
              <a:t>.</a:t>
            </a:r>
          </a:p>
          <a:p>
            <a:pPr algn="just"/>
            <a:endParaRPr lang="en-US" i="1" dirty="0">
              <a:solidFill>
                <a:srgbClr val="C00000"/>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91" y="413993"/>
            <a:ext cx="8050696" cy="890078"/>
          </a:xfrm>
        </p:spPr>
        <p:txBody>
          <a:bodyPr>
            <a:normAutofit/>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Data Cleaning and Preprocessing Steps</a:t>
            </a:r>
          </a:p>
        </p:txBody>
      </p:sp>
      <p:sp>
        <p:nvSpPr>
          <p:cNvPr id="4" name="Rectangle 1">
            <a:extLst>
              <a:ext uri="{FF2B5EF4-FFF2-40B4-BE49-F238E27FC236}">
                <a16:creationId xmlns:a16="http://schemas.microsoft.com/office/drawing/2014/main" id="{6B248D51-00F6-846E-1235-B3FA17A04144}"/>
              </a:ext>
            </a:extLst>
          </p:cNvPr>
          <p:cNvSpPr>
            <a:spLocks noGrp="1" noChangeArrowheads="1"/>
          </p:cNvSpPr>
          <p:nvPr>
            <p:ph idx="1"/>
          </p:nvPr>
        </p:nvSpPr>
        <p:spPr bwMode="auto">
          <a:xfrm>
            <a:off x="556591" y="1997839"/>
            <a:ext cx="8050696"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Handled missing values</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 kept nulls for cancelled or unrated orders to preserve realistic insights.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Merged multiple tables</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fact_orders</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fact_order_items</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fact_ratings</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fact_delivery_performance</a:t>
            </a:r>
            <a:endPar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dim_customer</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dim_restaurant</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dim_delivery_partner</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dim_menu_item</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Created derived/Calculated columns:</a:t>
            </a:r>
            <a:endPar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Period (Pre-Crisis, Crisis)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YearMonth</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YearMonthNumber</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for time trend</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Customer Status (Loyal, Lost, Recoverable, Dissatisfied)</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Converted columns like </a:t>
            </a:r>
            <a:r>
              <a:rPr kumimoji="0" lang="en-US" altLang="en-US" b="0" i="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order_timestamp</a:t>
            </a:r>
            <a:r>
              <a:rPr kumimoji="0" lang="en-US" altLang="en-US"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 Date and formatted values.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017" y="344420"/>
            <a:ext cx="8169966" cy="907910"/>
          </a:xfrm>
        </p:spPr>
        <p:txBody>
          <a:bodyPr>
            <a:normAutofit/>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Methodology / Tools Used</a:t>
            </a:r>
          </a:p>
        </p:txBody>
      </p:sp>
      <p:sp>
        <p:nvSpPr>
          <p:cNvPr id="4" name="Rectangle 1">
            <a:extLst>
              <a:ext uri="{FF2B5EF4-FFF2-40B4-BE49-F238E27FC236}">
                <a16:creationId xmlns:a16="http://schemas.microsoft.com/office/drawing/2014/main" id="{3D1A9337-A4B3-20DD-1EED-B6077B584DA3}"/>
              </a:ext>
            </a:extLst>
          </p:cNvPr>
          <p:cNvSpPr>
            <a:spLocks noGrp="1" noChangeArrowheads="1"/>
          </p:cNvSpPr>
          <p:nvPr>
            <p:ph idx="1"/>
          </p:nvPr>
        </p:nvSpPr>
        <p:spPr bwMode="auto">
          <a:xfrm>
            <a:off x="487017" y="1873813"/>
            <a:ext cx="816996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Descriptive Analysis</a:t>
            </a:r>
            <a:r>
              <a:rPr kumimoji="0" lang="en-US" altLang="en-US" b="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To identify patterns and trends in customer behavior, orders, and delivery.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Comparative Analysis</a:t>
            </a:r>
            <a:r>
              <a:rPr kumimoji="0" lang="en-US" altLang="en-US" b="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Compared </a:t>
            </a:r>
            <a:r>
              <a:rPr kumimoji="0" lang="en-US" altLang="en-US" b="1"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Pre-Crisis vs Crisis</a:t>
            </a:r>
            <a:r>
              <a:rPr kumimoji="0" lang="en-US" altLang="en-US" b="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across multiple KPIs (orders, revenue, delivery, ratings).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Sentiment Analysis</a:t>
            </a:r>
            <a:r>
              <a:rPr kumimoji="0" lang="en-US" altLang="en-US" b="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Used </a:t>
            </a:r>
            <a:r>
              <a:rPr kumimoji="0" lang="en-US" altLang="en-US" b="0" u="none" strike="noStrike" cap="none" normalizeH="0" baseline="0" dirty="0" err="1">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sentiment_score</a:t>
            </a:r>
            <a:r>
              <a:rPr kumimoji="0" lang="en-US" altLang="en-US" b="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from review texts to understand customer emotions.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Visualization Tools</a:t>
            </a:r>
            <a:r>
              <a:rPr kumimoji="0" lang="en-US" altLang="en-US" b="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Created interactive Power BI dashboards for trend tracking and KPI monitoring.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352" y="208429"/>
            <a:ext cx="8279296" cy="909494"/>
          </a:xfrm>
        </p:spPr>
        <p:txBody>
          <a:bodyPr>
            <a:normAutofit/>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Exploratory Data Analysis (EDA) Findings</a:t>
            </a:r>
          </a:p>
        </p:txBody>
      </p:sp>
      <p:pic>
        <p:nvPicPr>
          <p:cNvPr id="7" name="Content Placeholder 6" descr="A graph with orange and purple lines&#10;&#10;AI-generated content may be incorrect.">
            <a:extLst>
              <a:ext uri="{FF2B5EF4-FFF2-40B4-BE49-F238E27FC236}">
                <a16:creationId xmlns:a16="http://schemas.microsoft.com/office/drawing/2014/main" id="{E4138587-3DFC-7E01-649E-9FCB802C2DA6}"/>
              </a:ext>
            </a:extLst>
          </p:cNvPr>
          <p:cNvPicPr>
            <a:picLocks noGrp="1" noChangeAspect="1"/>
          </p:cNvPicPr>
          <p:nvPr>
            <p:ph sz="half" idx="1"/>
          </p:nvPr>
        </p:nvPicPr>
        <p:blipFill>
          <a:blip r:embed="rId2"/>
          <a:stretch>
            <a:fillRect/>
          </a:stretch>
        </p:blipFill>
        <p:spPr>
          <a:xfrm>
            <a:off x="604768" y="1908051"/>
            <a:ext cx="3289300" cy="1490551"/>
          </a:xfrm>
          <a:prstGeom prst="rect">
            <a:avLst/>
          </a:prstGeom>
          <a:ln>
            <a:noFill/>
          </a:ln>
          <a:effectLst>
            <a:outerShdw blurRad="292100" dist="139700" dir="2700000" algn="tl" rotWithShape="0">
              <a:srgbClr val="333333">
                <a:alpha val="65000"/>
              </a:srgbClr>
            </a:outerShdw>
          </a:effectLst>
        </p:spPr>
      </p:pic>
      <p:pic>
        <p:nvPicPr>
          <p:cNvPr id="5" name="Content Placeholder 4" descr="A graph showing the results of a crisis&#10;&#10;AI-generated content may be incorrect.">
            <a:extLst>
              <a:ext uri="{FF2B5EF4-FFF2-40B4-BE49-F238E27FC236}">
                <a16:creationId xmlns:a16="http://schemas.microsoft.com/office/drawing/2014/main" id="{C27174E9-9B83-10DE-BADD-EC0D85D03F05}"/>
              </a:ext>
            </a:extLst>
          </p:cNvPr>
          <p:cNvPicPr>
            <a:picLocks noGrp="1" noChangeAspect="1"/>
          </p:cNvPicPr>
          <p:nvPr>
            <p:ph sz="half" idx="2"/>
          </p:nvPr>
        </p:nvPicPr>
        <p:blipFill>
          <a:blip r:embed="rId3"/>
          <a:stretch>
            <a:fillRect/>
          </a:stretch>
        </p:blipFill>
        <p:spPr>
          <a:xfrm>
            <a:off x="5127555" y="1908050"/>
            <a:ext cx="3290888" cy="1490551"/>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55CBA1AE-6888-1229-A497-EBD6782307B5}"/>
              </a:ext>
            </a:extLst>
          </p:cNvPr>
          <p:cNvSpPr txBox="1"/>
          <p:nvPr/>
        </p:nvSpPr>
        <p:spPr>
          <a:xfrm>
            <a:off x="1843709" y="1328321"/>
            <a:ext cx="5456582" cy="369332"/>
          </a:xfrm>
          <a:prstGeom prst="rect">
            <a:avLst/>
          </a:prstGeom>
          <a:noFill/>
        </p:spPr>
        <p:txBody>
          <a:bodyPr wrap="square" rtlCol="0">
            <a:spAutoFit/>
          </a:bodyPr>
          <a:lstStyle/>
          <a:p>
            <a:pPr algn="ctr"/>
            <a:r>
              <a:rPr lang="en-IN" b="1" dirty="0"/>
              <a:t>Descriptive Analysis</a:t>
            </a:r>
            <a:r>
              <a:rPr lang="en-IN" dirty="0"/>
              <a:t> → Trends &amp; Patterns</a:t>
            </a:r>
          </a:p>
        </p:txBody>
      </p:sp>
      <p:pic>
        <p:nvPicPr>
          <p:cNvPr id="17" name="Picture 16" descr="A screenshot of a graph&#10;&#10;AI-generated content may be incorrect.">
            <a:extLst>
              <a:ext uri="{FF2B5EF4-FFF2-40B4-BE49-F238E27FC236}">
                <a16:creationId xmlns:a16="http://schemas.microsoft.com/office/drawing/2014/main" id="{1F39D3A0-927E-B1F7-1BBD-997C95AFAF87}"/>
              </a:ext>
            </a:extLst>
          </p:cNvPr>
          <p:cNvPicPr>
            <a:picLocks noChangeAspect="1"/>
          </p:cNvPicPr>
          <p:nvPr/>
        </p:nvPicPr>
        <p:blipFill>
          <a:blip r:embed="rId4"/>
          <a:stretch>
            <a:fillRect/>
          </a:stretch>
        </p:blipFill>
        <p:spPr>
          <a:xfrm>
            <a:off x="2927350" y="3683964"/>
            <a:ext cx="3289300" cy="1853228"/>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B9E933E9-9290-0F0C-C643-C1FB1C57B546}"/>
              </a:ext>
            </a:extLst>
          </p:cNvPr>
          <p:cNvSpPr txBox="1"/>
          <p:nvPr/>
        </p:nvSpPr>
        <p:spPr>
          <a:xfrm>
            <a:off x="604768" y="5770879"/>
            <a:ext cx="7813675" cy="646331"/>
          </a:xfrm>
          <a:prstGeom prst="rect">
            <a:avLst/>
          </a:prstGeom>
          <a:noFill/>
        </p:spPr>
        <p:txBody>
          <a:bodyPr wrap="square" rtlCol="0">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Orders and revenue began dropping sharply from June → start of crisis. Key cities such as Mumbai, Delhi and Bengaluru were heavily impacted.</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76A-172C-2946-579A-98A330E889DD}"/>
              </a:ext>
            </a:extLst>
          </p:cNvPr>
          <p:cNvSpPr>
            <a:spLocks noGrp="1"/>
          </p:cNvSpPr>
          <p:nvPr>
            <p:ph type="title"/>
          </p:nvPr>
        </p:nvSpPr>
        <p:spPr>
          <a:xfrm>
            <a:off x="412474" y="137730"/>
            <a:ext cx="8319052" cy="861741"/>
          </a:xfrm>
        </p:spPr>
        <p:txBody>
          <a:bodyPr>
            <a:normAutofit/>
          </a:bodyPr>
          <a:lstStyle/>
          <a:p>
            <a:r>
              <a:rPr lang="en-US"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Exploratory data Analysis(EDA)Findings</a:t>
            </a:r>
            <a:endParaRPr lang="en-IN"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endParaRPr>
          </a:p>
        </p:txBody>
      </p:sp>
      <p:pic>
        <p:nvPicPr>
          <p:cNvPr id="13" name="Content Placeholder 11" descr="A graph showing the average customer rating&#10;&#10;AI-generated content may be incorrect.">
            <a:extLst>
              <a:ext uri="{FF2B5EF4-FFF2-40B4-BE49-F238E27FC236}">
                <a16:creationId xmlns:a16="http://schemas.microsoft.com/office/drawing/2014/main" id="{4BEB7376-2FB2-4D0A-CCB4-12E259232719}"/>
              </a:ext>
            </a:extLst>
          </p:cNvPr>
          <p:cNvPicPr>
            <a:picLocks noGrp="1" noChangeAspect="1"/>
          </p:cNvPicPr>
          <p:nvPr>
            <p:ph sz="half" idx="1"/>
          </p:nvPr>
        </p:nvPicPr>
        <p:blipFill>
          <a:blip r:embed="rId2"/>
          <a:stretch>
            <a:fillRect/>
          </a:stretch>
        </p:blipFill>
        <p:spPr>
          <a:xfrm>
            <a:off x="701386" y="1869141"/>
            <a:ext cx="3289300" cy="1546547"/>
          </a:xfrm>
          <a:prstGeom prst="rect">
            <a:avLst/>
          </a:prstGeom>
          <a:ln>
            <a:noFill/>
          </a:ln>
          <a:effectLst>
            <a:outerShdw blurRad="292100" dist="139700" dir="2700000" algn="tl" rotWithShape="0">
              <a:srgbClr val="333333">
                <a:alpha val="65000"/>
              </a:srgbClr>
            </a:outerShdw>
          </a:effectLst>
        </p:spPr>
      </p:pic>
      <p:pic>
        <p:nvPicPr>
          <p:cNvPr id="14" name="Content Placeholder 9" descr="A graph showing the fall of the coronavirus&#10;&#10;AI-generated content may be incorrect.">
            <a:extLst>
              <a:ext uri="{FF2B5EF4-FFF2-40B4-BE49-F238E27FC236}">
                <a16:creationId xmlns:a16="http://schemas.microsoft.com/office/drawing/2014/main" id="{B221C6C4-45E0-CC6E-CDA5-FB041E3B0E9C}"/>
              </a:ext>
            </a:extLst>
          </p:cNvPr>
          <p:cNvPicPr>
            <a:picLocks noChangeAspect="1"/>
          </p:cNvPicPr>
          <p:nvPr/>
        </p:nvPicPr>
        <p:blipFill>
          <a:blip r:embed="rId3"/>
          <a:stretch>
            <a:fillRect/>
          </a:stretch>
        </p:blipFill>
        <p:spPr>
          <a:xfrm>
            <a:off x="701386" y="4014161"/>
            <a:ext cx="3289300" cy="1546547"/>
          </a:xfrm>
          <a:prstGeom prst="rect">
            <a:avLst/>
          </a:prstGeom>
          <a:ln>
            <a:noFill/>
          </a:ln>
          <a:effectLst>
            <a:outerShdw blurRad="292100" dist="139700" dir="2700000" algn="tl" rotWithShape="0">
              <a:srgbClr val="333333">
                <a:alpha val="65000"/>
              </a:srgbClr>
            </a:outerShdw>
          </a:effectLst>
        </p:spPr>
      </p:pic>
      <p:pic>
        <p:nvPicPr>
          <p:cNvPr id="18" name="Content Placeholder 17" descr="A graph with orange and purple squares&#10;&#10;AI-generated content may be incorrect.">
            <a:extLst>
              <a:ext uri="{FF2B5EF4-FFF2-40B4-BE49-F238E27FC236}">
                <a16:creationId xmlns:a16="http://schemas.microsoft.com/office/drawing/2014/main" id="{C4F1904A-C254-117F-E4D1-01E63E5F6CB7}"/>
              </a:ext>
            </a:extLst>
          </p:cNvPr>
          <p:cNvPicPr>
            <a:picLocks noGrp="1" noChangeAspect="1"/>
          </p:cNvPicPr>
          <p:nvPr>
            <p:ph sz="half" idx="2"/>
          </p:nvPr>
        </p:nvPicPr>
        <p:blipFill>
          <a:blip r:embed="rId4"/>
          <a:stretch>
            <a:fillRect/>
          </a:stretch>
        </p:blipFill>
        <p:spPr>
          <a:xfrm>
            <a:off x="5151726" y="4014161"/>
            <a:ext cx="3290888" cy="1546547"/>
          </a:xfrm>
          <a:prstGeom prst="rect">
            <a:avLst/>
          </a:prstGeom>
          <a:ln>
            <a:noFill/>
          </a:ln>
          <a:effectLst>
            <a:outerShdw blurRad="292100" dist="139700" dir="2700000" algn="tl" rotWithShape="0">
              <a:srgbClr val="333333">
                <a:alpha val="65000"/>
              </a:srgbClr>
            </a:outerShdw>
          </a:effectLst>
        </p:spPr>
      </p:pic>
      <p:pic>
        <p:nvPicPr>
          <p:cNvPr id="19" name="Content Placeholder 7" descr="A graph of a restaurant&#10;&#10;AI-generated content may be incorrect.">
            <a:extLst>
              <a:ext uri="{FF2B5EF4-FFF2-40B4-BE49-F238E27FC236}">
                <a16:creationId xmlns:a16="http://schemas.microsoft.com/office/drawing/2014/main" id="{317AC466-DE26-33A4-16AD-90538D4417C5}"/>
              </a:ext>
            </a:extLst>
          </p:cNvPr>
          <p:cNvPicPr>
            <a:picLocks noChangeAspect="1"/>
          </p:cNvPicPr>
          <p:nvPr/>
        </p:nvPicPr>
        <p:blipFill>
          <a:blip r:embed="rId5"/>
          <a:stretch>
            <a:fillRect/>
          </a:stretch>
        </p:blipFill>
        <p:spPr>
          <a:xfrm>
            <a:off x="5153314" y="1869141"/>
            <a:ext cx="3289300" cy="1559859"/>
          </a:xfrm>
          <a:prstGeom prst="rect">
            <a:avLst/>
          </a:prstGeom>
          <a:ln>
            <a:noFill/>
          </a:ln>
          <a:effectLst>
            <a:outerShdw blurRad="292100" dist="139700" dir="2700000" algn="tl" rotWithShape="0">
              <a:srgbClr val="333333">
                <a:alpha val="65000"/>
              </a:srgbClr>
            </a:outerShdw>
          </a:effectLst>
        </p:spPr>
      </p:pic>
      <p:sp>
        <p:nvSpPr>
          <p:cNvPr id="20" name="TextBox 19">
            <a:extLst>
              <a:ext uri="{FF2B5EF4-FFF2-40B4-BE49-F238E27FC236}">
                <a16:creationId xmlns:a16="http://schemas.microsoft.com/office/drawing/2014/main" id="{32B9F045-7BAE-C302-BCE1-D689B27167C5}"/>
              </a:ext>
            </a:extLst>
          </p:cNvPr>
          <p:cNvSpPr txBox="1"/>
          <p:nvPr/>
        </p:nvSpPr>
        <p:spPr>
          <a:xfrm>
            <a:off x="2235430" y="1249640"/>
            <a:ext cx="4673139" cy="369332"/>
          </a:xfrm>
          <a:prstGeom prst="rect">
            <a:avLst/>
          </a:prstGeom>
          <a:noFill/>
        </p:spPr>
        <p:txBody>
          <a:bodyPr wrap="none" rtlCol="0">
            <a:spAutoFit/>
          </a:bodyPr>
          <a:lstStyle/>
          <a:p>
            <a:pPr algn="ctr"/>
            <a:r>
              <a:rPr lang="en-IN" b="1" dirty="0"/>
              <a:t>Comparative Analysis</a:t>
            </a:r>
            <a:r>
              <a:rPr lang="en-IN" dirty="0"/>
              <a:t> → Pre-Crisis vs. Crisis</a:t>
            </a:r>
          </a:p>
        </p:txBody>
      </p:sp>
      <p:sp>
        <p:nvSpPr>
          <p:cNvPr id="22" name="TextBox 21">
            <a:extLst>
              <a:ext uri="{FF2B5EF4-FFF2-40B4-BE49-F238E27FC236}">
                <a16:creationId xmlns:a16="http://schemas.microsoft.com/office/drawing/2014/main" id="{CBD7D005-5457-E434-0969-F78A6BA2FA9C}"/>
              </a:ext>
            </a:extLst>
          </p:cNvPr>
          <p:cNvSpPr txBox="1"/>
          <p:nvPr/>
        </p:nvSpPr>
        <p:spPr>
          <a:xfrm>
            <a:off x="701387" y="6033937"/>
            <a:ext cx="7741228" cy="646331"/>
          </a:xfrm>
          <a:prstGeom prst="rect">
            <a:avLst/>
          </a:prstGeom>
          <a:noFill/>
        </p:spPr>
        <p:txBody>
          <a:bodyPr wrap="square" rtlCol="0">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Ratings dropped from 4.5 to nearly 2.5 during the crisis. Top restaurants and major cities showed heavy decline, indicating strong business impact.</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0968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1C97C-68C9-54FA-346B-0A491B2B76A4}"/>
              </a:ext>
            </a:extLst>
          </p:cNvPr>
          <p:cNvSpPr>
            <a:spLocks noGrp="1"/>
          </p:cNvSpPr>
          <p:nvPr>
            <p:ph type="title"/>
          </p:nvPr>
        </p:nvSpPr>
        <p:spPr>
          <a:xfrm>
            <a:off x="357809" y="249075"/>
            <a:ext cx="8428382" cy="790558"/>
          </a:xfrm>
        </p:spPr>
        <p:txBody>
          <a:bodyPr>
            <a:normAutofit/>
          </a:bodyPr>
          <a:lstStyle/>
          <a:p>
            <a:r>
              <a:rPr lang="en-US"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Key Insights and Visualizations</a:t>
            </a:r>
            <a:endParaRPr lang="en-IN"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endParaRPr>
          </a:p>
        </p:txBody>
      </p:sp>
      <p:pic>
        <p:nvPicPr>
          <p:cNvPr id="20" name="Content Placeholder 19" descr="A close-up of words&#10;&#10;AI-generated content may be incorrect.">
            <a:extLst>
              <a:ext uri="{FF2B5EF4-FFF2-40B4-BE49-F238E27FC236}">
                <a16:creationId xmlns:a16="http://schemas.microsoft.com/office/drawing/2014/main" id="{CDCE2981-C57C-F8D2-B0E3-7D59A21AFEAA}"/>
              </a:ext>
            </a:extLst>
          </p:cNvPr>
          <p:cNvPicPr>
            <a:picLocks noGrp="1" noChangeAspect="1"/>
          </p:cNvPicPr>
          <p:nvPr>
            <p:ph sz="half" idx="2"/>
          </p:nvPr>
        </p:nvPicPr>
        <p:blipFill>
          <a:blip r:embed="rId2"/>
          <a:stretch>
            <a:fillRect/>
          </a:stretch>
        </p:blipFill>
        <p:spPr>
          <a:xfrm>
            <a:off x="4929891" y="1430413"/>
            <a:ext cx="3764860" cy="1846660"/>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8DF17191-D49A-E0F4-8BA2-DAE86B89405C}"/>
              </a:ext>
            </a:extLst>
          </p:cNvPr>
          <p:cNvSpPr txBox="1"/>
          <p:nvPr/>
        </p:nvSpPr>
        <p:spPr>
          <a:xfrm rot="10800000">
            <a:off x="6104856" y="4257923"/>
            <a:ext cx="2343404" cy="45719"/>
          </a:xfrm>
          <a:prstGeom prst="rect">
            <a:avLst/>
          </a:prstGeom>
          <a:noFill/>
        </p:spPr>
        <p:txBody>
          <a:bodyPr wrap="square" rtlCol="0">
            <a:spAutoFit/>
          </a:bodyPr>
          <a:lstStyle/>
          <a:p>
            <a:endParaRPr lang="en-IN" dirty="0"/>
          </a:p>
        </p:txBody>
      </p:sp>
      <p:sp>
        <p:nvSpPr>
          <p:cNvPr id="7" name="Rectangle 2">
            <a:extLst>
              <a:ext uri="{FF2B5EF4-FFF2-40B4-BE49-F238E27FC236}">
                <a16:creationId xmlns:a16="http://schemas.microsoft.com/office/drawing/2014/main" id="{530A2821-8627-67EB-E342-84CEF4FDAD72}"/>
              </a:ext>
            </a:extLst>
          </p:cNvPr>
          <p:cNvSpPr>
            <a:spLocks noChangeArrowheads="1"/>
          </p:cNvSpPr>
          <p:nvPr/>
        </p:nvSpPr>
        <p:spPr bwMode="auto">
          <a:xfrm rot="10800000" flipV="1">
            <a:off x="4929891" y="3485183"/>
            <a:ext cx="376486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Customers frequently complained about “food quality”, “packing”, “late delivery”, “bad experience”.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These issues match with low ratings &amp; high cancellations.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effectLst/>
                <a:latin typeface="Calibri" panose="020F0502020204030204" pitchFamily="34" charset="0"/>
                <a:ea typeface="Calibri" panose="020F0502020204030204" pitchFamily="34" charset="0"/>
                <a:cs typeface="Calibri" panose="020F0502020204030204" pitchFamily="34" charset="0"/>
              </a:rPr>
              <a:t>Food quality + speed + packaging must be improved to </a:t>
            </a: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recover trust.</a:t>
            </a:r>
          </a:p>
        </p:txBody>
      </p:sp>
      <p:pic>
        <p:nvPicPr>
          <p:cNvPr id="10" name="Content Placeholder 9" descr="A graph showing the price of a delivery&#10;&#10;AI-generated content may be incorrect.">
            <a:extLst>
              <a:ext uri="{FF2B5EF4-FFF2-40B4-BE49-F238E27FC236}">
                <a16:creationId xmlns:a16="http://schemas.microsoft.com/office/drawing/2014/main" id="{31AF2D8B-6ED0-54F4-E3F8-E1CE5203456B}"/>
              </a:ext>
            </a:extLst>
          </p:cNvPr>
          <p:cNvPicPr>
            <a:picLocks noGrp="1" noChangeAspect="1"/>
          </p:cNvPicPr>
          <p:nvPr>
            <p:ph sz="half" idx="1"/>
          </p:nvPr>
        </p:nvPicPr>
        <p:blipFill>
          <a:blip r:embed="rId3"/>
          <a:stretch>
            <a:fillRect/>
          </a:stretch>
        </p:blipFill>
        <p:spPr>
          <a:xfrm>
            <a:off x="487680" y="1430413"/>
            <a:ext cx="3764859" cy="1877560"/>
          </a:xfrm>
          <a:prstGeom prst="rect">
            <a:avLst/>
          </a:prstGeom>
          <a:ln>
            <a:noFill/>
          </a:ln>
          <a:effectLst>
            <a:outerShdw blurRad="292100" dist="139700" dir="2700000" algn="tl" rotWithShape="0">
              <a:srgbClr val="333333">
                <a:alpha val="65000"/>
              </a:srgbClr>
            </a:outerShdw>
          </a:effectLst>
        </p:spPr>
      </p:pic>
      <p:sp>
        <p:nvSpPr>
          <p:cNvPr id="12" name="Rectangle 1">
            <a:extLst>
              <a:ext uri="{FF2B5EF4-FFF2-40B4-BE49-F238E27FC236}">
                <a16:creationId xmlns:a16="http://schemas.microsoft.com/office/drawing/2014/main" id="{8D990847-05F2-2FED-D94E-873768D7304D}"/>
              </a:ext>
            </a:extLst>
          </p:cNvPr>
          <p:cNvSpPr>
            <a:spLocks noChangeArrowheads="1"/>
          </p:cNvSpPr>
          <p:nvPr/>
        </p:nvSpPr>
        <p:spPr bwMode="auto">
          <a:xfrm>
            <a:off x="449249" y="3470323"/>
            <a:ext cx="3929709"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Before the crisis, delivery time was stable and fast, staying around normal levels.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During the crisis, delivery time suddenly increased, and stayed consistently high.</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delay in delivery is the only operational factor visible in the data that explains why orders dropped during the crisis.</a:t>
            </a:r>
          </a:p>
          <a:p>
            <a:pPr lvl="0" algn="just" defTabSz="914400" eaLnBrk="0" fontAlgn="base" hangingPunct="0">
              <a:spcBef>
                <a:spcPct val="0"/>
              </a:spcBef>
              <a:spcAft>
                <a:spcPct val="0"/>
              </a:spcAft>
              <a:buFontTx/>
              <a:buChar char="•"/>
            </a:pPr>
            <a:r>
              <a:rPr lang="en-US" sz="1600" dirty="0">
                <a:latin typeface="Calibri" panose="020F0502020204030204" pitchFamily="34" charset="0"/>
                <a:ea typeface="Calibri" panose="020F0502020204030204" pitchFamily="34" charset="0"/>
                <a:cs typeface="Calibri" panose="020F0502020204030204" pitchFamily="34" charset="0"/>
              </a:rPr>
              <a:t>Improving delivery time should be a top recovery strategy, as it directly impacts customer </a:t>
            </a:r>
            <a:r>
              <a:rPr lang="en-US" sz="1600" dirty="0" err="1">
                <a:latin typeface="Calibri" panose="020F0502020204030204" pitchFamily="34" charset="0"/>
                <a:ea typeface="Calibri" panose="020F0502020204030204" pitchFamily="34" charset="0"/>
                <a:cs typeface="Calibri" panose="020F0502020204030204" pitchFamily="34" charset="0"/>
              </a:rPr>
              <a:t>behaviour</a:t>
            </a:r>
            <a:r>
              <a:rPr lang="en-US" sz="1600" dirty="0">
                <a:latin typeface="Calibri" panose="020F0502020204030204" pitchFamily="34" charset="0"/>
                <a:ea typeface="Calibri" panose="020F0502020204030204" pitchFamily="34" charset="0"/>
                <a:cs typeface="Calibri" panose="020F0502020204030204" pitchFamily="34" charset="0"/>
              </a:rPr>
              <a:t>.</a:t>
            </a: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2919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A991C-F6A1-6F1E-3D02-00C55FCD51C6}"/>
              </a:ext>
            </a:extLst>
          </p:cNvPr>
          <p:cNvSpPr>
            <a:spLocks noGrp="1"/>
          </p:cNvSpPr>
          <p:nvPr>
            <p:ph type="title"/>
          </p:nvPr>
        </p:nvSpPr>
        <p:spPr>
          <a:xfrm>
            <a:off x="352508" y="290557"/>
            <a:ext cx="8438983" cy="684803"/>
          </a:xfrm>
        </p:spPr>
        <p:txBody>
          <a:bodyPr>
            <a:noAutofit/>
          </a:bodyPr>
          <a:lstStyle/>
          <a:p>
            <a:r>
              <a:rPr lang="en-US"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Key Insights and Visualizations</a:t>
            </a:r>
            <a:endParaRPr lang="en-IN"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endParaRPr>
          </a:p>
        </p:txBody>
      </p:sp>
      <p:pic>
        <p:nvPicPr>
          <p:cNvPr id="8" name="Content Placeholder 7" descr="A diagram of a customer segmentation&#10;&#10;AI-generated content may be incorrect.">
            <a:extLst>
              <a:ext uri="{FF2B5EF4-FFF2-40B4-BE49-F238E27FC236}">
                <a16:creationId xmlns:a16="http://schemas.microsoft.com/office/drawing/2014/main" id="{DE76FE32-40F3-7F16-154F-5427462F4391}"/>
              </a:ext>
            </a:extLst>
          </p:cNvPr>
          <p:cNvPicPr>
            <a:picLocks noGrp="1" noChangeAspect="1"/>
          </p:cNvPicPr>
          <p:nvPr>
            <p:ph sz="half" idx="1"/>
          </p:nvPr>
        </p:nvPicPr>
        <p:blipFill>
          <a:blip r:embed="rId2"/>
          <a:stretch>
            <a:fillRect/>
          </a:stretch>
        </p:blipFill>
        <p:spPr>
          <a:xfrm>
            <a:off x="641833" y="1303005"/>
            <a:ext cx="3452646" cy="2028945"/>
          </a:xfrm>
          <a:prstGeom prst="rect">
            <a:avLst/>
          </a:prstGeom>
          <a:ln>
            <a:noFill/>
          </a:ln>
          <a:effectLst>
            <a:outerShdw blurRad="292100" dist="139700" dir="2700000" algn="tl" rotWithShape="0">
              <a:srgbClr val="333333">
                <a:alpha val="65000"/>
              </a:srgbClr>
            </a:outerShdw>
          </a:effectLst>
        </p:spPr>
      </p:pic>
      <p:pic>
        <p:nvPicPr>
          <p:cNvPr id="12" name="Content Placeholder 11" descr="A screenshot of a graph&#10;&#10;AI-generated content may be incorrect.">
            <a:extLst>
              <a:ext uri="{FF2B5EF4-FFF2-40B4-BE49-F238E27FC236}">
                <a16:creationId xmlns:a16="http://schemas.microsoft.com/office/drawing/2014/main" id="{6D880BE8-7098-9170-6EE6-B8863FA54DBD}"/>
              </a:ext>
            </a:extLst>
          </p:cNvPr>
          <p:cNvPicPr>
            <a:picLocks noGrp="1" noChangeAspect="1"/>
          </p:cNvPicPr>
          <p:nvPr>
            <p:ph sz="half" idx="2"/>
          </p:nvPr>
        </p:nvPicPr>
        <p:blipFill>
          <a:blip r:embed="rId3"/>
          <a:stretch>
            <a:fillRect/>
          </a:stretch>
        </p:blipFill>
        <p:spPr>
          <a:xfrm>
            <a:off x="641833" y="3812525"/>
            <a:ext cx="3452646" cy="2028945"/>
          </a:xfrm>
          <a:prstGeom prst="rect">
            <a:avLst/>
          </a:prstGeom>
          <a:ln>
            <a:noFill/>
          </a:ln>
          <a:effectLst>
            <a:outerShdw blurRad="292100" dist="139700" dir="2700000" algn="tl" rotWithShape="0">
              <a:srgbClr val="333333">
                <a:alpha val="65000"/>
              </a:srgbClr>
            </a:outerShdw>
          </a:effectLst>
        </p:spPr>
      </p:pic>
      <p:sp>
        <p:nvSpPr>
          <p:cNvPr id="3" name="TextBox 2">
            <a:extLst>
              <a:ext uri="{FF2B5EF4-FFF2-40B4-BE49-F238E27FC236}">
                <a16:creationId xmlns:a16="http://schemas.microsoft.com/office/drawing/2014/main" id="{EB947277-54D9-2298-B098-BA2126482A77}"/>
              </a:ext>
            </a:extLst>
          </p:cNvPr>
          <p:cNvSpPr txBox="1"/>
          <p:nvPr/>
        </p:nvSpPr>
        <p:spPr>
          <a:xfrm>
            <a:off x="4206240" y="1531134"/>
            <a:ext cx="4697012" cy="1569660"/>
          </a:xfrm>
          <a:prstGeom prst="rect">
            <a:avLst/>
          </a:prstGeom>
          <a:noFill/>
        </p:spPr>
        <p:txBody>
          <a:bodyPr wrap="square" rtlCol="0">
            <a:spAutoFit/>
          </a:bodyPr>
          <a:lstStyle/>
          <a:p>
            <a:pPr algn="just"/>
            <a:r>
              <a:rPr lang="en-US" sz="1600" dirty="0">
                <a:latin typeface="Calibri" panose="020F0502020204030204" pitchFamily="34" charset="0"/>
                <a:ea typeface="Calibri" panose="020F0502020204030204" pitchFamily="34" charset="0"/>
                <a:cs typeface="Calibri" panose="020F0502020204030204" pitchFamily="34" charset="0"/>
              </a:rPr>
              <a:t>Most customers (72%) - became inactive or very low active(Large opportunity for reactivation campaigns).</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dirty="0">
                <a:latin typeface="Calibri" panose="020F0502020204030204" pitchFamily="34" charset="0"/>
                <a:ea typeface="Calibri" panose="020F0502020204030204" pitchFamily="34" charset="0"/>
                <a:cs typeface="Calibri" panose="020F0502020204030204" pitchFamily="34" charset="0"/>
              </a:rPr>
              <a:t>Almost 25% are dissatisfied - They continued ordering but likely had bad experiences(Action needed).</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b="1" dirty="0">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Only 3% are highly satisfied  These are your strongest loyal segment </a:t>
            </a:r>
            <a:r>
              <a:rPr lang="en-US" sz="1600" i="1" dirty="0">
                <a:latin typeface="Calibri" panose="020F0502020204030204" pitchFamily="34" charset="0"/>
                <a:ea typeface="Calibri" panose="020F0502020204030204" pitchFamily="34" charset="0"/>
                <a:cs typeface="Calibri" panose="020F0502020204030204" pitchFamily="34" charset="0"/>
              </a:rPr>
              <a:t>should be preserved &amp; rewarded.</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1845A553-F00E-CBCE-AA7C-05ABF1B684EA}"/>
              </a:ext>
            </a:extLst>
          </p:cNvPr>
          <p:cNvSpPr txBox="1"/>
          <p:nvPr/>
        </p:nvSpPr>
        <p:spPr>
          <a:xfrm>
            <a:off x="4206240" y="3903667"/>
            <a:ext cx="4697012" cy="1846659"/>
          </a:xfrm>
          <a:prstGeom prst="rect">
            <a:avLst/>
          </a:prstGeom>
          <a:noFill/>
        </p:spPr>
        <p:txBody>
          <a:bodyPr wrap="square" rtlCol="0">
            <a:spAutoFit/>
          </a:bodyPr>
          <a:lstStyle/>
          <a:p>
            <a:pPr algn="just"/>
            <a:r>
              <a:rPr lang="en-US" sz="1600" dirty="0">
                <a:latin typeface="Calibri" panose="020F0502020204030204" pitchFamily="34" charset="0"/>
                <a:ea typeface="Calibri" panose="020F0502020204030204" pitchFamily="34" charset="0"/>
                <a:cs typeface="Calibri" panose="020F0502020204030204" pitchFamily="34" charset="0"/>
              </a:rPr>
              <a:t>This visual highlights that even our most valuable customers – the top spenders before the crisis – significantly reduced their orders during the crisis.</a:t>
            </a:r>
          </a:p>
          <a:p>
            <a:pPr algn="just"/>
            <a:r>
              <a:rPr lang="en-US" sz="1600" dirty="0">
                <a:latin typeface="Calibri" panose="020F0502020204030204" pitchFamily="34" charset="0"/>
                <a:ea typeface="Calibri" panose="020F0502020204030204" pitchFamily="34" charset="0"/>
                <a:cs typeface="Calibri" panose="020F0502020204030204" pitchFamily="34" charset="0"/>
              </a:rPr>
              <a:t>Despite being loyal earlier, their order frequency dropped sharply, and their satisfaction levels also decreased</a:t>
            </a:r>
          </a:p>
          <a:p>
            <a:endParaRPr lang="en-IN" dirty="0"/>
          </a:p>
        </p:txBody>
      </p:sp>
    </p:spTree>
    <p:extLst>
      <p:ext uri="{BB962C8B-B14F-4D97-AF65-F5344CB8AC3E}">
        <p14:creationId xmlns:p14="http://schemas.microsoft.com/office/powerpoint/2010/main" val="3310535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1" y="162052"/>
            <a:ext cx="8519632" cy="664713"/>
          </a:xfrm>
        </p:spPr>
        <p:txBody>
          <a:bodyPr>
            <a:normAutofit fontScale="90000"/>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KPIs and Metrics</a:t>
            </a:r>
          </a:p>
        </p:txBody>
      </p:sp>
      <p:pic>
        <p:nvPicPr>
          <p:cNvPr id="21" name="Picture 20">
            <a:extLst>
              <a:ext uri="{FF2B5EF4-FFF2-40B4-BE49-F238E27FC236}">
                <a16:creationId xmlns:a16="http://schemas.microsoft.com/office/drawing/2014/main" id="{7B534535-9B6E-518D-E6D9-410BE54A6441}"/>
              </a:ext>
            </a:extLst>
          </p:cNvPr>
          <p:cNvPicPr>
            <a:picLocks noChangeAspect="1"/>
          </p:cNvPicPr>
          <p:nvPr/>
        </p:nvPicPr>
        <p:blipFill>
          <a:blip r:embed="rId2"/>
          <a:stretch>
            <a:fillRect/>
          </a:stretch>
        </p:blipFill>
        <p:spPr>
          <a:xfrm>
            <a:off x="6413084" y="1570953"/>
            <a:ext cx="2030888" cy="978605"/>
          </a:xfrm>
          <a:prstGeom prst="rect">
            <a:avLst/>
          </a:prstGeom>
        </p:spPr>
      </p:pic>
      <p:pic>
        <p:nvPicPr>
          <p:cNvPr id="14" name="Content Placeholder 13">
            <a:extLst>
              <a:ext uri="{FF2B5EF4-FFF2-40B4-BE49-F238E27FC236}">
                <a16:creationId xmlns:a16="http://schemas.microsoft.com/office/drawing/2014/main" id="{729477F5-9E65-9171-FB28-296A57269C5E}"/>
              </a:ext>
            </a:extLst>
          </p:cNvPr>
          <p:cNvPicPr>
            <a:picLocks noGrp="1" noChangeAspect="1"/>
          </p:cNvPicPr>
          <p:nvPr>
            <p:ph idx="1"/>
          </p:nvPr>
        </p:nvPicPr>
        <p:blipFill>
          <a:blip r:embed="rId3"/>
          <a:stretch>
            <a:fillRect/>
          </a:stretch>
        </p:blipFill>
        <p:spPr>
          <a:xfrm>
            <a:off x="3618426" y="1522367"/>
            <a:ext cx="2030888" cy="1032143"/>
          </a:xfrm>
          <a:prstGeom prst="rect">
            <a:avLst/>
          </a:prstGeom>
        </p:spPr>
      </p:pic>
      <p:pic>
        <p:nvPicPr>
          <p:cNvPr id="18" name="Picture 17" descr="A blue numbers and text&#10;&#10;AI-generated content may be incorrect.">
            <a:extLst>
              <a:ext uri="{FF2B5EF4-FFF2-40B4-BE49-F238E27FC236}">
                <a16:creationId xmlns:a16="http://schemas.microsoft.com/office/drawing/2014/main" id="{CEA353DB-3274-5402-EC88-2E1D7A3C2585}"/>
              </a:ext>
            </a:extLst>
          </p:cNvPr>
          <p:cNvPicPr>
            <a:picLocks noChangeAspect="1"/>
          </p:cNvPicPr>
          <p:nvPr/>
        </p:nvPicPr>
        <p:blipFill>
          <a:blip r:embed="rId4"/>
          <a:stretch>
            <a:fillRect/>
          </a:stretch>
        </p:blipFill>
        <p:spPr>
          <a:xfrm>
            <a:off x="633205" y="1511592"/>
            <a:ext cx="2030888" cy="1032143"/>
          </a:xfrm>
          <a:prstGeom prst="rect">
            <a:avLst/>
          </a:prstGeom>
        </p:spPr>
      </p:pic>
      <p:pic>
        <p:nvPicPr>
          <p:cNvPr id="22" name="Picture 21" descr="A blue number with black text&#10;&#10;AI-generated content may be incorrect.">
            <a:extLst>
              <a:ext uri="{FF2B5EF4-FFF2-40B4-BE49-F238E27FC236}">
                <a16:creationId xmlns:a16="http://schemas.microsoft.com/office/drawing/2014/main" id="{C3876EAD-F414-DEFE-5F56-8F8CAE99C55D}"/>
              </a:ext>
            </a:extLst>
          </p:cNvPr>
          <p:cNvPicPr>
            <a:picLocks noChangeAspect="1"/>
          </p:cNvPicPr>
          <p:nvPr/>
        </p:nvPicPr>
        <p:blipFill>
          <a:blip r:embed="rId5"/>
          <a:stretch>
            <a:fillRect/>
          </a:stretch>
        </p:blipFill>
        <p:spPr>
          <a:xfrm>
            <a:off x="3566362" y="4339135"/>
            <a:ext cx="2011275" cy="1118160"/>
          </a:xfrm>
          <a:prstGeom prst="rect">
            <a:avLst/>
          </a:prstGeom>
        </p:spPr>
      </p:pic>
      <p:pic>
        <p:nvPicPr>
          <p:cNvPr id="24" name="Picture 23" descr="A blue and black text&#10;&#10;AI-generated content may be incorrect.">
            <a:extLst>
              <a:ext uri="{FF2B5EF4-FFF2-40B4-BE49-F238E27FC236}">
                <a16:creationId xmlns:a16="http://schemas.microsoft.com/office/drawing/2014/main" id="{F4B97C4B-438B-9481-8AF8-60056E1A2646}"/>
              </a:ext>
            </a:extLst>
          </p:cNvPr>
          <p:cNvPicPr>
            <a:picLocks noChangeAspect="1"/>
          </p:cNvPicPr>
          <p:nvPr/>
        </p:nvPicPr>
        <p:blipFill>
          <a:blip r:embed="rId6"/>
          <a:stretch>
            <a:fillRect/>
          </a:stretch>
        </p:blipFill>
        <p:spPr>
          <a:xfrm>
            <a:off x="6372090" y="4339135"/>
            <a:ext cx="2011275" cy="1118159"/>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209F66B1-5C1B-A581-7DEE-233E545E5E73}"/>
              </a:ext>
            </a:extLst>
          </p:cNvPr>
          <p:cNvPicPr>
            <a:picLocks noChangeAspect="1"/>
          </p:cNvPicPr>
          <p:nvPr/>
        </p:nvPicPr>
        <p:blipFill>
          <a:blip r:embed="rId7"/>
          <a:stretch>
            <a:fillRect/>
          </a:stretch>
        </p:blipFill>
        <p:spPr>
          <a:xfrm>
            <a:off x="645180" y="4358071"/>
            <a:ext cx="2030888" cy="1105104"/>
          </a:xfrm>
          <a:prstGeom prst="rect">
            <a:avLst/>
          </a:prstGeom>
        </p:spPr>
      </p:pic>
      <p:sp>
        <p:nvSpPr>
          <p:cNvPr id="27" name="TextBox 26">
            <a:extLst>
              <a:ext uri="{FF2B5EF4-FFF2-40B4-BE49-F238E27FC236}">
                <a16:creationId xmlns:a16="http://schemas.microsoft.com/office/drawing/2014/main" id="{CC744BB8-93AB-FD72-A49F-5B83FD93D9B1}"/>
              </a:ext>
            </a:extLst>
          </p:cNvPr>
          <p:cNvSpPr txBox="1"/>
          <p:nvPr/>
        </p:nvSpPr>
        <p:spPr>
          <a:xfrm>
            <a:off x="599086" y="2580215"/>
            <a:ext cx="2154629" cy="1107996"/>
          </a:xfrm>
          <a:prstGeom prst="rect">
            <a:avLst/>
          </a:prstGeom>
          <a:noFill/>
        </p:spPr>
        <p:txBody>
          <a:bodyPr wrap="square" rtlCol="0">
            <a:spAutoFit/>
          </a:bodyPr>
          <a:lstStyle/>
          <a:p>
            <a:pPr algn="just"/>
            <a:r>
              <a:rPr lang="en-US"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A major drop in total orders during the crisis period — shows how severely customer demand was affected.</a:t>
            </a:r>
          </a:p>
          <a:p>
            <a:endParaRPr lang="en-IN" dirty="0"/>
          </a:p>
        </p:txBody>
      </p:sp>
      <p:sp>
        <p:nvSpPr>
          <p:cNvPr id="28" name="TextBox 27">
            <a:extLst>
              <a:ext uri="{FF2B5EF4-FFF2-40B4-BE49-F238E27FC236}">
                <a16:creationId xmlns:a16="http://schemas.microsoft.com/office/drawing/2014/main" id="{43BB2A67-C146-5111-C51F-15DCF82234B5}"/>
              </a:ext>
            </a:extLst>
          </p:cNvPr>
          <p:cNvSpPr txBox="1"/>
          <p:nvPr/>
        </p:nvSpPr>
        <p:spPr>
          <a:xfrm>
            <a:off x="3556556" y="2615497"/>
            <a:ext cx="2154628" cy="830997"/>
          </a:xfrm>
          <a:prstGeom prst="rect">
            <a:avLst/>
          </a:prstGeom>
          <a:noFill/>
        </p:spPr>
        <p:txBody>
          <a:bodyPr wrap="square" rtlCol="0">
            <a:spAutoFit/>
          </a:bodyPr>
          <a:lstStyle/>
          <a:p>
            <a:pPr algn="just"/>
            <a:r>
              <a:rPr lang="en-US"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Only a small portion of deliveries were completed on time, suggesting operational inefficiency and delivery delays</a:t>
            </a:r>
            <a:r>
              <a:rPr lang="en-US" sz="1200" dirty="0">
                <a:latin typeface="Calibri" panose="020F0502020204030204" pitchFamily="34" charset="0"/>
                <a:ea typeface="Calibri" panose="020F0502020204030204" pitchFamily="34" charset="0"/>
                <a:cs typeface="Calibri" panose="020F0502020204030204" pitchFamily="34" charset="0"/>
              </a:rPr>
              <a:t>.</a:t>
            </a:r>
            <a:endParaRPr lang="en-IN" sz="1200" dirty="0">
              <a:latin typeface="Calibri" panose="020F0502020204030204" pitchFamily="34" charset="0"/>
              <a:ea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E0C82853-084C-DB94-5777-CA099DBB7C37}"/>
              </a:ext>
            </a:extLst>
          </p:cNvPr>
          <p:cNvSpPr txBox="1"/>
          <p:nvPr/>
        </p:nvSpPr>
        <p:spPr>
          <a:xfrm>
            <a:off x="6327859" y="2619232"/>
            <a:ext cx="2030888" cy="646331"/>
          </a:xfrm>
          <a:prstGeom prst="rect">
            <a:avLst/>
          </a:prstGeom>
          <a:noFill/>
        </p:spPr>
        <p:txBody>
          <a:bodyPr wrap="square" rtlCol="0">
            <a:spAutoFit/>
          </a:bodyPr>
          <a:lstStyle/>
          <a:p>
            <a:pPr algn="just"/>
            <a:r>
              <a:rPr lang="en-US"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Cancellations  — indicating customer dissatisfaction or delivery issues.</a:t>
            </a:r>
            <a:endParaRPr lang="en-IN"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1DC7F190-8303-A37F-949C-C13E4863E03E}"/>
              </a:ext>
            </a:extLst>
          </p:cNvPr>
          <p:cNvSpPr txBox="1"/>
          <p:nvPr/>
        </p:nvSpPr>
        <p:spPr>
          <a:xfrm>
            <a:off x="612531" y="5585348"/>
            <a:ext cx="2096187" cy="1015663"/>
          </a:xfrm>
          <a:prstGeom prst="rect">
            <a:avLst/>
          </a:prstGeom>
          <a:noFill/>
        </p:spPr>
        <p:txBody>
          <a:bodyPr wrap="square" rtlCol="0">
            <a:spAutoFit/>
          </a:bodyPr>
          <a:lstStyle/>
          <a:p>
            <a:pPr algn="just"/>
            <a:r>
              <a:rPr lang="en-US"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Customer satisfaction dropped during the crisis, reflecting frustration with the service (delivery delays, packaging, food quality).</a:t>
            </a:r>
            <a:endParaRPr lang="en-IN"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AF5D45E6-7ABC-74CF-E06E-A9902EE40B04}"/>
              </a:ext>
            </a:extLst>
          </p:cNvPr>
          <p:cNvSpPr txBox="1"/>
          <p:nvPr/>
        </p:nvSpPr>
        <p:spPr>
          <a:xfrm>
            <a:off x="6311484" y="5581594"/>
            <a:ext cx="2132488" cy="1015663"/>
          </a:xfrm>
          <a:prstGeom prst="rect">
            <a:avLst/>
          </a:prstGeom>
          <a:noFill/>
        </p:spPr>
        <p:txBody>
          <a:bodyPr wrap="square" rtlCol="0">
            <a:spAutoFit/>
          </a:bodyPr>
          <a:lstStyle/>
          <a:p>
            <a:pPr algn="just"/>
            <a:r>
              <a:rPr lang="en-US"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A large group of customers are still active but less engaged. They require retention strategies before they stop ordering.</a:t>
            </a:r>
            <a:endParaRPr lang="en-IN"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TextBox 32">
            <a:extLst>
              <a:ext uri="{FF2B5EF4-FFF2-40B4-BE49-F238E27FC236}">
                <a16:creationId xmlns:a16="http://schemas.microsoft.com/office/drawing/2014/main" id="{2AF3BF15-022B-764F-1957-AA6C8DF9D36D}"/>
              </a:ext>
            </a:extLst>
          </p:cNvPr>
          <p:cNvSpPr txBox="1"/>
          <p:nvPr/>
        </p:nvSpPr>
        <p:spPr>
          <a:xfrm>
            <a:off x="3566362" y="5581594"/>
            <a:ext cx="2011275" cy="1015663"/>
          </a:xfrm>
          <a:prstGeom prst="rect">
            <a:avLst/>
          </a:prstGeom>
          <a:noFill/>
        </p:spPr>
        <p:txBody>
          <a:bodyPr wrap="square" rtlCol="0">
            <a:spAutoFit/>
          </a:bodyPr>
          <a:lstStyle/>
          <a:p>
            <a:pPr algn="just"/>
            <a:r>
              <a:rPr lang="en-US"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These customers are worth targeting — they ordered earlier but stopped during the crisis. They can be won back with campaigns.</a:t>
            </a:r>
            <a:endParaRPr lang="en-IN" sz="12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4" name="Rectangle 33">
            <a:extLst>
              <a:ext uri="{FF2B5EF4-FFF2-40B4-BE49-F238E27FC236}">
                <a16:creationId xmlns:a16="http://schemas.microsoft.com/office/drawing/2014/main" id="{33C0C61D-F4E3-BB7C-B7AD-0EACA87F2634}"/>
              </a:ext>
            </a:extLst>
          </p:cNvPr>
          <p:cNvSpPr/>
          <p:nvPr/>
        </p:nvSpPr>
        <p:spPr>
          <a:xfrm>
            <a:off x="426721" y="896138"/>
            <a:ext cx="2499360"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2400" b="1" dirty="0">
                <a:ln/>
                <a:solidFill>
                  <a:schemeClr val="accent3"/>
                </a:solidFill>
                <a:latin typeface="Calibri" panose="020F0502020204030204" pitchFamily="34" charset="0"/>
                <a:ea typeface="Calibri" panose="020F0502020204030204" pitchFamily="34" charset="0"/>
                <a:cs typeface="Calibri" panose="020F0502020204030204" pitchFamily="34" charset="0"/>
              </a:rPr>
              <a:t>Order Decrease %</a:t>
            </a:r>
            <a:endParaRPr lang="en-GB" sz="2400" b="1" dirty="0">
              <a:ln/>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Rectangle 34">
            <a:extLst>
              <a:ext uri="{FF2B5EF4-FFF2-40B4-BE49-F238E27FC236}">
                <a16:creationId xmlns:a16="http://schemas.microsoft.com/office/drawing/2014/main" id="{C7F8569C-3B3D-7EDD-A357-BAB5F819C2A3}"/>
              </a:ext>
            </a:extLst>
          </p:cNvPr>
          <p:cNvSpPr/>
          <p:nvPr/>
        </p:nvSpPr>
        <p:spPr>
          <a:xfrm>
            <a:off x="3291841" y="919929"/>
            <a:ext cx="2794000" cy="461665"/>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2400" b="1" dirty="0">
                <a:ln/>
                <a:solidFill>
                  <a:schemeClr val="accent3"/>
                </a:solidFill>
                <a:latin typeface="Calibri" panose="020F0502020204030204" pitchFamily="34" charset="0"/>
                <a:ea typeface="Calibri" panose="020F0502020204030204" pitchFamily="34" charset="0"/>
                <a:cs typeface="Calibri" panose="020F0502020204030204" pitchFamily="34" charset="0"/>
              </a:rPr>
              <a:t>On-Time Delivery %</a:t>
            </a:r>
            <a:endParaRPr lang="en-GB" sz="2400" b="1" dirty="0">
              <a:ln/>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
        <p:nvSpPr>
          <p:cNvPr id="36" name="Rectangle 35">
            <a:extLst>
              <a:ext uri="{FF2B5EF4-FFF2-40B4-BE49-F238E27FC236}">
                <a16:creationId xmlns:a16="http://schemas.microsoft.com/office/drawing/2014/main" id="{21A9A5D7-D749-38E5-4EF9-F92D2BE42CA9}"/>
              </a:ext>
            </a:extLst>
          </p:cNvPr>
          <p:cNvSpPr/>
          <p:nvPr/>
        </p:nvSpPr>
        <p:spPr>
          <a:xfrm>
            <a:off x="6216453" y="938168"/>
            <a:ext cx="2577500" cy="461665"/>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2400" b="1" dirty="0">
                <a:ln/>
                <a:solidFill>
                  <a:schemeClr val="accent3"/>
                </a:solidFill>
                <a:latin typeface="Calibri" panose="020F0502020204030204" pitchFamily="34" charset="0"/>
                <a:ea typeface="Calibri" panose="020F0502020204030204" pitchFamily="34" charset="0"/>
                <a:cs typeface="Calibri" panose="020F0502020204030204" pitchFamily="34" charset="0"/>
              </a:rPr>
              <a:t>Total Cancellations</a:t>
            </a:r>
            <a:endParaRPr lang="en-GB" sz="2400" b="1" dirty="0">
              <a:ln/>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709FC7AF-5ACC-AAB7-5D58-026F199BA205}"/>
              </a:ext>
            </a:extLst>
          </p:cNvPr>
          <p:cNvSpPr/>
          <p:nvPr/>
        </p:nvSpPr>
        <p:spPr>
          <a:xfrm>
            <a:off x="414689" y="3684052"/>
            <a:ext cx="2467920" cy="430887"/>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2200" b="1" dirty="0" err="1">
                <a:ln/>
                <a:solidFill>
                  <a:schemeClr val="accent3"/>
                </a:solidFill>
                <a:latin typeface="Calibri" panose="020F0502020204030204" pitchFamily="34" charset="0"/>
                <a:ea typeface="Calibri" panose="020F0502020204030204" pitchFamily="34" charset="0"/>
                <a:cs typeface="Calibri" panose="020F0502020204030204" pitchFamily="34" charset="0"/>
              </a:rPr>
              <a:t>Avg</a:t>
            </a:r>
            <a:r>
              <a:rPr lang="en-IN" sz="2200" b="1" dirty="0">
                <a:ln/>
                <a:solidFill>
                  <a:schemeClr val="accent3"/>
                </a:solidFill>
                <a:latin typeface="Calibri" panose="020F0502020204030204" pitchFamily="34" charset="0"/>
                <a:ea typeface="Calibri" panose="020F0502020204030204" pitchFamily="34" charset="0"/>
                <a:cs typeface="Calibri" panose="020F0502020204030204" pitchFamily="34" charset="0"/>
              </a:rPr>
              <a:t> Rating (Crisis)</a:t>
            </a:r>
            <a:endParaRPr lang="en-GB" sz="2200" b="1" dirty="0">
              <a:ln/>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
        <p:nvSpPr>
          <p:cNvPr id="38" name="Rectangle 37">
            <a:extLst>
              <a:ext uri="{FF2B5EF4-FFF2-40B4-BE49-F238E27FC236}">
                <a16:creationId xmlns:a16="http://schemas.microsoft.com/office/drawing/2014/main" id="{CEAB3419-0C0D-2A6F-BD99-D1C45F95553D}"/>
              </a:ext>
            </a:extLst>
          </p:cNvPr>
          <p:cNvSpPr/>
          <p:nvPr/>
        </p:nvSpPr>
        <p:spPr>
          <a:xfrm>
            <a:off x="3220973" y="3665197"/>
            <a:ext cx="2918145" cy="430887"/>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2200" b="1" dirty="0">
                <a:ln/>
                <a:solidFill>
                  <a:schemeClr val="accent3"/>
                </a:solidFill>
                <a:latin typeface="Calibri" panose="020F0502020204030204" pitchFamily="34" charset="0"/>
                <a:ea typeface="Calibri" panose="020F0502020204030204" pitchFamily="34" charset="0"/>
                <a:cs typeface="Calibri" panose="020F0502020204030204" pitchFamily="34" charset="0"/>
              </a:rPr>
              <a:t>Recoverable Customers</a:t>
            </a:r>
            <a:endParaRPr lang="en-GB" sz="2200" b="1" dirty="0">
              <a:ln/>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517AB690-4EDD-FC77-AC94-FC1108B7178A}"/>
              </a:ext>
            </a:extLst>
          </p:cNvPr>
          <p:cNvSpPr/>
          <p:nvPr/>
        </p:nvSpPr>
        <p:spPr>
          <a:xfrm>
            <a:off x="6311484" y="3643357"/>
            <a:ext cx="2308261" cy="430887"/>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IN" sz="2200" b="1" dirty="0">
                <a:ln/>
                <a:solidFill>
                  <a:schemeClr val="accent3"/>
                </a:solidFill>
                <a:latin typeface="Calibri" panose="020F0502020204030204" pitchFamily="34" charset="0"/>
                <a:ea typeface="Calibri" panose="020F0502020204030204" pitchFamily="34" charset="0"/>
                <a:cs typeface="Calibri" panose="020F0502020204030204" pitchFamily="34" charset="0"/>
              </a:rPr>
              <a:t>At-Risk Customers</a:t>
            </a:r>
            <a:endParaRPr lang="en-GB" sz="2200" b="1" dirty="0">
              <a:ln/>
              <a:solidFill>
                <a:schemeClr val="accent3"/>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808" y="269187"/>
            <a:ext cx="8428383" cy="804240"/>
          </a:xfrm>
        </p:spPr>
        <p:txBody>
          <a:bodyPr>
            <a:normAutofit/>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Interpretation of Results</a:t>
            </a:r>
          </a:p>
        </p:txBody>
      </p:sp>
      <p:sp>
        <p:nvSpPr>
          <p:cNvPr id="3" name="Rectangle 1">
            <a:extLst>
              <a:ext uri="{FF2B5EF4-FFF2-40B4-BE49-F238E27FC236}">
                <a16:creationId xmlns:a16="http://schemas.microsoft.com/office/drawing/2014/main" id="{218CA0DD-14B4-09AC-6CBE-328F8FDA0026}"/>
              </a:ext>
            </a:extLst>
          </p:cNvPr>
          <p:cNvSpPr>
            <a:spLocks noGrp="1" noChangeArrowheads="1"/>
          </p:cNvSpPr>
          <p:nvPr>
            <p:ph idx="1"/>
          </p:nvPr>
        </p:nvSpPr>
        <p:spPr bwMode="auto">
          <a:xfrm>
            <a:off x="357808" y="1739551"/>
            <a:ext cx="842838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Decline is </a:t>
            </a:r>
            <a:r>
              <a:rPr kumimoji="0" lang="en-US" altLang="en-US" sz="1800" b="1"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multi-factorial</a:t>
            </a:r>
            <a:r>
              <a:rPr kumimoji="0" lang="en-US" altLang="en-US" sz="1800"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supply chain constraints, delivery delays, and customer trust issues.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Even </a:t>
            </a:r>
            <a:r>
              <a:rPr kumimoji="0" lang="en-US" altLang="en-US" sz="1800" b="1"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satisfied customers stopped ordering</a:t>
            </a:r>
            <a:r>
              <a:rPr kumimoji="0" lang="en-US" altLang="en-US" sz="1800"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 meaning operational gaps (delivery &amp; availability) outweighed satisfaction.</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accent1">
                    <a:lumMod val="50000"/>
                  </a:schemeClr>
                </a:solidFill>
                <a:effectLst/>
                <a:latin typeface="Calibri" panose="020F0502020204030204" pitchFamily="34" charset="0"/>
                <a:ea typeface="Calibri" panose="020F0502020204030204" pitchFamily="34" charset="0"/>
                <a:cs typeface="Calibri" panose="020F0502020204030204" pitchFamily="34" charset="0"/>
              </a:rPr>
              <a:t>Cities with strong pre-crisis order volume saw greater declines — bigger impact on key markets</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601" y="219807"/>
            <a:ext cx="8626055" cy="792916"/>
          </a:xfrm>
        </p:spPr>
        <p:txBody>
          <a:bodyPr>
            <a:normAutofit/>
          </a:bodyPr>
          <a:lstStyle/>
          <a:p>
            <a:r>
              <a:rPr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Recommendations / Actionable Insights</a:t>
            </a:r>
          </a:p>
        </p:txBody>
      </p:sp>
      <p:sp>
        <p:nvSpPr>
          <p:cNvPr id="5" name="Content Placeholder 4">
            <a:extLst>
              <a:ext uri="{FF2B5EF4-FFF2-40B4-BE49-F238E27FC236}">
                <a16:creationId xmlns:a16="http://schemas.microsoft.com/office/drawing/2014/main" id="{FDECDEC9-C977-B1C2-312B-969235F9255B}"/>
              </a:ext>
            </a:extLst>
          </p:cNvPr>
          <p:cNvSpPr>
            <a:spLocks noGrp="1"/>
          </p:cNvSpPr>
          <p:nvPr>
            <p:ph idx="1"/>
          </p:nvPr>
        </p:nvSpPr>
        <p:spPr>
          <a:xfrm>
            <a:off x="426720" y="1209040"/>
            <a:ext cx="8508936" cy="5022317"/>
          </a:xfrm>
        </p:spPr>
        <p:txBody>
          <a:bodyPr>
            <a:normAutofit lnSpcReduction="10000"/>
          </a:bodyPr>
          <a:lstStyle/>
          <a:p>
            <a:pPr marL="0" indent="0">
              <a:buNone/>
            </a:pP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Customer Recovery</a:t>
            </a:r>
            <a:endPar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Launch reactivation campaigns (emails, app offers) targeting loyal but inactive users.</a:t>
            </a: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Offer personalized discounts for customers with high satisfaction but no recent orders.</a:t>
            </a:r>
          </a:p>
          <a:p>
            <a:pPr marL="0" indent="0">
              <a:buNone/>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Delivery Optimization</a:t>
            </a:r>
            <a:endPar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Prioritize hiring/training delivery partners in key cities.</a:t>
            </a: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Improve SLA monitoring and reduce delays.</a:t>
            </a:r>
          </a:p>
          <a:p>
            <a:pPr marL="0" indent="0">
              <a:buNone/>
            </a:pP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Restaurant Partnerships</a:t>
            </a:r>
            <a:endPar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Strengthen in-house or high-rated restaurant partnerships to ensure service reliability.</a:t>
            </a: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Identify and replace non-performing partners.</a:t>
            </a:r>
          </a:p>
          <a:p>
            <a:pPr marL="0" indent="0">
              <a:buNone/>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Sentiment Monitoring</a:t>
            </a:r>
            <a:endPar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Continuously monitor feedback for early detection of service issues.</a:t>
            </a:r>
          </a:p>
          <a:p>
            <a:pPr marL="0" indent="0">
              <a:buNone/>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a:t>
            </a: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Marketing</a:t>
            </a:r>
            <a:endPar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Run city-based loyalty campaigns where order drops were highest.</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703" y="365760"/>
            <a:ext cx="8373732" cy="670560"/>
          </a:xfrm>
        </p:spPr>
        <p:txBody>
          <a:bodyPr>
            <a:noAutofit/>
          </a:bodyPr>
          <a:lstStyle/>
          <a:p>
            <a:r>
              <a:rPr sz="2800" b="1" dirty="0">
                <a:solidFill>
                  <a:srgbClr val="FFC000"/>
                </a:solidFill>
                <a:highlight>
                  <a:srgbClr val="808080"/>
                </a:highlight>
                <a:latin typeface="Calibri" panose="020F0502020204030204" pitchFamily="34" charset="0"/>
                <a:ea typeface="Calibri" panose="020F0502020204030204" pitchFamily="34" charset="0"/>
                <a:cs typeface="Calibri" panose="020F0502020204030204" pitchFamily="34" charset="0"/>
              </a:rPr>
              <a:t>Conclusion</a:t>
            </a:r>
          </a:p>
        </p:txBody>
      </p:sp>
      <p:sp>
        <p:nvSpPr>
          <p:cNvPr id="4" name="Rectangle 1">
            <a:extLst>
              <a:ext uri="{FF2B5EF4-FFF2-40B4-BE49-F238E27FC236}">
                <a16:creationId xmlns:a16="http://schemas.microsoft.com/office/drawing/2014/main" id="{2567D3B3-F1DE-3ED0-4F4E-B64A67208E93}"/>
              </a:ext>
            </a:extLst>
          </p:cNvPr>
          <p:cNvSpPr>
            <a:spLocks noGrp="1" noChangeArrowheads="1"/>
          </p:cNvSpPr>
          <p:nvPr>
            <p:ph idx="1"/>
          </p:nvPr>
        </p:nvSpPr>
        <p:spPr bwMode="auto">
          <a:xfrm>
            <a:off x="385134" y="1464561"/>
            <a:ext cx="8373732" cy="2647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The analysis reveals a severe decline during the crisis period.</a:t>
            </a:r>
          </a:p>
          <a:p>
            <a:pPr marL="0" indent="0">
              <a:buNone/>
            </a:pP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By focusing on loyal customer recovery, SLA improvement, and active monitoring, </a:t>
            </a:r>
            <a:r>
              <a:rPr lang="en-US" dirty="0" err="1">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QuickBite</a:t>
            </a: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 can rebuild its brand trust and stabilize growth.</a:t>
            </a:r>
          </a:p>
          <a:p>
            <a:pPr marL="0" indent="0">
              <a:buNone/>
            </a:pPr>
            <a:r>
              <a:rPr lang="en-US" b="1"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Final takeaway:</a:t>
            </a:r>
            <a:b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accent1">
                    <a:lumMod val="50000"/>
                  </a:schemeClr>
                </a:solidFill>
                <a:latin typeface="Calibri" panose="020F0502020204030204" pitchFamily="34" charset="0"/>
                <a:ea typeface="Calibri" panose="020F0502020204030204" pitchFamily="34" charset="0"/>
                <a:cs typeface="Calibri" panose="020F0502020204030204" pitchFamily="34" charset="0"/>
              </a:rPr>
              <a:t>Recovery depends on operational reliability, not just marketing. Strengthening the delivery network, restaurant partnerships, and customer communication are the keys to a successful comeback.</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i="1" u="none" strike="noStrike" cap="none" normalizeH="0" baseline="0" dirty="0">
              <a:ln>
                <a:noFill/>
              </a:ln>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TotalTime>708</TotalTime>
  <Words>1026</Words>
  <Application>Microsoft Office PowerPoint</Application>
  <PresentationFormat>On-screen Show (4:3)</PresentationFormat>
  <Paragraphs>87</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Bodoni MT Black</vt:lpstr>
      <vt:lpstr>Calibri</vt:lpstr>
      <vt:lpstr>Gill Sans MT</vt:lpstr>
      <vt:lpstr>Parcel</vt:lpstr>
      <vt:lpstr>Food Delivery Crisis Impact &amp; Recovery Dashboard</vt:lpstr>
      <vt:lpstr>Executive Summary / Overview</vt:lpstr>
      <vt:lpstr>Objective / Problem Statement</vt:lpstr>
      <vt:lpstr>Data Cleaning and Preprocessing Steps</vt:lpstr>
      <vt:lpstr>Methodology / Tools Used</vt:lpstr>
      <vt:lpstr>Exploratory Data Analysis (EDA) Findings</vt:lpstr>
      <vt:lpstr>Exploratory data Analysis(EDA)Findings</vt:lpstr>
      <vt:lpstr>Key Insights and Visualizations</vt:lpstr>
      <vt:lpstr>Key Insights and Visualizations</vt:lpstr>
      <vt:lpstr>KPIs and Metrics</vt:lpstr>
      <vt:lpstr>Interpretation of Results</vt:lpstr>
      <vt:lpstr>Recommendations / Actionable Insights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21r11a1234@gcet.edu.in</cp:lastModifiedBy>
  <cp:revision>3</cp:revision>
  <dcterms:created xsi:type="dcterms:W3CDTF">2013-01-27T09:14:16Z</dcterms:created>
  <dcterms:modified xsi:type="dcterms:W3CDTF">2025-11-23T14:57:27Z</dcterms:modified>
  <cp:category/>
</cp:coreProperties>
</file>